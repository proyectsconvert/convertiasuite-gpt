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5"/>
  </p:notesMasterIdLst>
  <p:handoutMasterIdLst>
    <p:handoutMasterId r:id="rId76"/>
  </p:handoutMasterIdLst>
  <p:sldIdLst>
    <p:sldId id="4059" r:id="rId5"/>
    <p:sldId id="4055" r:id="rId6"/>
    <p:sldId id="4114" r:id="rId7"/>
    <p:sldId id="4205" r:id="rId8"/>
    <p:sldId id="4015" r:id="rId9"/>
    <p:sldId id="4026" r:id="rId10"/>
    <p:sldId id="4115" r:id="rId11"/>
    <p:sldId id="4043" r:id="rId12"/>
    <p:sldId id="4044" r:id="rId13"/>
    <p:sldId id="4045" r:id="rId14"/>
    <p:sldId id="4047" r:id="rId15"/>
    <p:sldId id="4048" r:id="rId16"/>
    <p:sldId id="4116" r:id="rId17"/>
    <p:sldId id="4145" r:id="rId18"/>
    <p:sldId id="4144" r:id="rId19"/>
    <p:sldId id="4148" r:id="rId20"/>
    <p:sldId id="4206" r:id="rId21"/>
    <p:sldId id="4018" r:id="rId22"/>
    <p:sldId id="4032" r:id="rId23"/>
    <p:sldId id="4031" r:id="rId24"/>
    <p:sldId id="4033" r:id="rId25"/>
    <p:sldId id="4042" r:id="rId26"/>
    <p:sldId id="4117" r:id="rId27"/>
    <p:sldId id="4036" r:id="rId28"/>
    <p:sldId id="4038" r:id="rId29"/>
    <p:sldId id="4039" r:id="rId30"/>
    <p:sldId id="4035" r:id="rId31"/>
    <p:sldId id="4041" r:id="rId32"/>
    <p:sldId id="4118" r:id="rId33"/>
    <p:sldId id="4106" r:id="rId34"/>
    <p:sldId id="4151" r:id="rId35"/>
    <p:sldId id="4107" r:id="rId36"/>
    <p:sldId id="4112" r:id="rId37"/>
    <p:sldId id="4143" r:id="rId38"/>
    <p:sldId id="4113" r:id="rId39"/>
    <p:sldId id="4147" r:id="rId40"/>
    <p:sldId id="4064" r:id="rId41"/>
    <p:sldId id="4037" r:id="rId42"/>
    <p:sldId id="4007" r:id="rId43"/>
    <p:sldId id="296" r:id="rId44"/>
    <p:sldId id="297" r:id="rId45"/>
    <p:sldId id="4023" r:id="rId46"/>
    <p:sldId id="295" r:id="rId47"/>
    <p:sldId id="285" r:id="rId48"/>
    <p:sldId id="292" r:id="rId49"/>
    <p:sldId id="4199" r:id="rId50"/>
    <p:sldId id="4187" r:id="rId51"/>
    <p:sldId id="4186" r:id="rId52"/>
    <p:sldId id="4119" r:id="rId53"/>
    <p:sldId id="4030" r:id="rId54"/>
    <p:sldId id="4200" r:id="rId55"/>
    <p:sldId id="4065" r:id="rId56"/>
    <p:sldId id="4066" r:id="rId57"/>
    <p:sldId id="4204" r:id="rId58"/>
    <p:sldId id="4020" r:id="rId59"/>
    <p:sldId id="4021" r:id="rId60"/>
    <p:sldId id="293" r:id="rId61"/>
    <p:sldId id="4201" r:id="rId62"/>
    <p:sldId id="4025" r:id="rId63"/>
    <p:sldId id="4024" r:id="rId64"/>
    <p:sldId id="4146" r:id="rId65"/>
    <p:sldId id="4121" r:id="rId66"/>
    <p:sldId id="4071" r:id="rId67"/>
    <p:sldId id="4073" r:id="rId68"/>
    <p:sldId id="4074" r:id="rId69"/>
    <p:sldId id="4120" r:id="rId70"/>
    <p:sldId id="4028" r:id="rId71"/>
    <p:sldId id="4060" r:id="rId72"/>
    <p:sldId id="4062" r:id="rId73"/>
    <p:sldId id="4061" r:id="rId74"/>
  </p:sldIdLst>
  <p:sldSz cx="12192000" cy="6858000"/>
  <p:notesSz cx="6858000" cy="9144000"/>
  <p:embeddedFontLst>
    <p:embeddedFont>
      <p:font typeface="Calibri" panose="020F0502020204030204" pitchFamily="34" charset="0"/>
      <p:regular r:id="rId77"/>
      <p:bold r:id="rId78"/>
      <p:italic r:id="rId79"/>
      <p:boldItalic r:id="rId80"/>
    </p:embeddedFont>
    <p:embeddedFont>
      <p:font typeface="Inter" panose="02000503000000020004" pitchFamily="2" charset="0"/>
      <p:regular r:id="rId81"/>
      <p:bold r:id="rId82"/>
      <p:italic r:id="rId83"/>
      <p:boldItalic r:id="rId84"/>
    </p:embeddedFont>
    <p:embeddedFont>
      <p:font typeface="Lexend Deca Light" pitchFamily="2" charset="0"/>
      <p:regular r:id="rId85"/>
    </p:embeddedFont>
    <p:embeddedFont>
      <p:font typeface="Switzer" pitchFamily="50" charset="0"/>
      <p:regular r:id="rId86"/>
      <p:bold r:id="rId87"/>
      <p:italic r:id="rId88"/>
      <p:boldItalic r:id="rId89"/>
    </p:embeddedFont>
    <p:embeddedFont>
      <p:font typeface="Switzer Light" pitchFamily="50" charset="0"/>
      <p:regular r:id="rId90"/>
    </p:embeddedFont>
    <p:embeddedFont>
      <p:font typeface="Switzer Light Italic" pitchFamily="50" charset="0"/>
      <p:regular r:id="rId91"/>
    </p:embeddedFont>
    <p:embeddedFont>
      <p:font typeface="Switzer Semibold" pitchFamily="50" charset="0"/>
      <p:bold r:id="rId92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6065998E-0B10-4AFA-9874-238F15280FE8}">
          <p14:sldIdLst>
            <p14:sldId id="4059"/>
            <p14:sldId id="4055"/>
            <p14:sldId id="4114"/>
            <p14:sldId id="4205"/>
            <p14:sldId id="4015"/>
            <p14:sldId id="4026"/>
            <p14:sldId id="4115"/>
            <p14:sldId id="4043"/>
            <p14:sldId id="4044"/>
            <p14:sldId id="4045"/>
            <p14:sldId id="4047"/>
            <p14:sldId id="4048"/>
          </p14:sldIdLst>
        </p14:section>
        <p14:section name="02 Componentes basicos" id="{7E6690B8-2636-4E61-A7A1-28DDC155FD51}">
          <p14:sldIdLst>
            <p14:sldId id="4116"/>
            <p14:sldId id="4145"/>
            <p14:sldId id="4144"/>
            <p14:sldId id="4148"/>
            <p14:sldId id="4206"/>
            <p14:sldId id="4018"/>
            <p14:sldId id="4032"/>
            <p14:sldId id="4031"/>
            <p14:sldId id="4033"/>
            <p14:sldId id="4042"/>
          </p14:sldIdLst>
        </p14:section>
        <p14:section name="03 Otros recursos visuales" id="{FA592319-E44E-4F64-9E88-CCC9B1A5439F}">
          <p14:sldIdLst>
            <p14:sldId id="4117"/>
            <p14:sldId id="4036"/>
            <p14:sldId id="4038"/>
            <p14:sldId id="4039"/>
            <p14:sldId id="4035"/>
            <p14:sldId id="4041"/>
          </p14:sldIdLst>
        </p14:section>
        <p14:section name="04 Slides predefinidas" id="{E607266F-F049-42F0-A2DC-478717B24D32}">
          <p14:sldIdLst>
            <p14:sldId id="4118"/>
            <p14:sldId id="4106"/>
            <p14:sldId id="4151"/>
            <p14:sldId id="4107"/>
            <p14:sldId id="4112"/>
            <p14:sldId id="4143"/>
            <p14:sldId id="4113"/>
            <p14:sldId id="4147"/>
            <p14:sldId id="4064"/>
            <p14:sldId id="4037"/>
            <p14:sldId id="4007"/>
            <p14:sldId id="296"/>
            <p14:sldId id="297"/>
            <p14:sldId id="4023"/>
            <p14:sldId id="295"/>
            <p14:sldId id="285"/>
            <p14:sldId id="292"/>
            <p14:sldId id="4199"/>
            <p14:sldId id="4187"/>
            <p14:sldId id="4186"/>
          </p14:sldIdLst>
        </p14:section>
        <p14:section name="05 Gráficos y tablas" id="{2BC72D9F-183B-4EB6-B6C2-87212FB337E7}">
          <p14:sldIdLst>
            <p14:sldId id="4119"/>
            <p14:sldId id="4030"/>
            <p14:sldId id="4200"/>
            <p14:sldId id="4065"/>
            <p14:sldId id="4066"/>
            <p14:sldId id="4204"/>
            <p14:sldId id="4020"/>
            <p14:sldId id="4021"/>
            <p14:sldId id="293"/>
            <p14:sldId id="4201"/>
            <p14:sldId id="4025"/>
            <p14:sldId id="4024"/>
            <p14:sldId id="4146"/>
            <p14:sldId id="4121"/>
            <p14:sldId id="4071"/>
            <p14:sldId id="4073"/>
            <p14:sldId id="4074"/>
          </p14:sldIdLst>
        </p14:section>
        <p14:section name="06 Contacto" id="{283607C7-1254-4648-BECC-1E0FF18FC119}">
          <p14:sldIdLst>
            <p14:sldId id="4120"/>
            <p14:sldId id="4028"/>
            <p14:sldId id="4060"/>
            <p14:sldId id="4062"/>
            <p14:sldId id="40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ba De La Cruz Tejero" initials="ADLCT" lastIdx="3" clrIdx="0">
    <p:extLst>
      <p:ext uri="{19B8F6BF-5375-455C-9EA6-DF929625EA0E}">
        <p15:presenceInfo xmlns:p15="http://schemas.microsoft.com/office/powerpoint/2012/main" userId="Alba De La Cruz Teje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92FF"/>
    <a:srgbClr val="F7F7F7"/>
    <a:srgbClr val="1AEB9F"/>
    <a:srgbClr val="1AEDA1"/>
    <a:srgbClr val="CCFFF0"/>
    <a:srgbClr val="011E23"/>
    <a:srgbClr val="FFFFFF"/>
    <a:srgbClr val="1B3539"/>
    <a:srgbClr val="8BF3CD"/>
    <a:srgbClr val="E9C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8.fntdata"/><Relationship Id="rId89" Type="http://schemas.openxmlformats.org/officeDocument/2006/relationships/font" Target="fonts/font13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font" Target="fonts/font3.fntdata"/><Relationship Id="rId5" Type="http://schemas.openxmlformats.org/officeDocument/2006/relationships/slide" Target="slides/slide1.xml"/><Relationship Id="rId90" Type="http://schemas.openxmlformats.org/officeDocument/2006/relationships/font" Target="fonts/font14.fntdata"/><Relationship Id="rId95" Type="http://schemas.openxmlformats.org/officeDocument/2006/relationships/viewProps" Target="view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font" Target="fonts/font4.fntdata"/><Relationship Id="rId85" Type="http://schemas.openxmlformats.org/officeDocument/2006/relationships/font" Target="fonts/font9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83" Type="http://schemas.openxmlformats.org/officeDocument/2006/relationships/font" Target="fonts/font7.fntdata"/><Relationship Id="rId88" Type="http://schemas.openxmlformats.org/officeDocument/2006/relationships/font" Target="fonts/font12.fntdata"/><Relationship Id="rId91" Type="http://schemas.openxmlformats.org/officeDocument/2006/relationships/font" Target="fonts/font15.fntdata"/><Relationship Id="rId9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font" Target="fonts/font2.fntdata"/><Relationship Id="rId81" Type="http://schemas.openxmlformats.org/officeDocument/2006/relationships/font" Target="fonts/font5.fntdata"/><Relationship Id="rId86" Type="http://schemas.openxmlformats.org/officeDocument/2006/relationships/font" Target="fonts/font10.fntdata"/><Relationship Id="rId9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handoutMaster" Target="handoutMasters/handoutMaster1.xml"/><Relationship Id="rId97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font" Target="fonts/font16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11.fntdata"/><Relationship Id="rId61" Type="http://schemas.openxmlformats.org/officeDocument/2006/relationships/slide" Target="slides/slide57.xml"/><Relationship Id="rId82" Type="http://schemas.openxmlformats.org/officeDocument/2006/relationships/font" Target="fonts/font6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font" Target="fonts/font1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CBED797-726B-4A68-9E82-46EAA93FA7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1C5A8EB-AFCB-44E7-BE21-932C85FD6E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1B710-3096-42A6-8650-1D4C41D329E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530D08-658F-403B-AB4B-132D880DD0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FC729-8749-4F21-87D4-997C4AFBE55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437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A4DEB-C922-4AA0-8C63-E8110202DC46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8663F-D83B-4599-91C7-36B1562FE85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671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8663F-D83B-4599-91C7-36B1562FE85D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4263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8663F-D83B-4599-91C7-36B1562FE85D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095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8663F-D83B-4599-91C7-36B1562FE85D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8991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8663F-D83B-4599-91C7-36B1562FE85D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7341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8663F-D83B-4599-91C7-36B1562FE85D}" type="slidenum">
              <a:rPr lang="es-ES" smtClean="0"/>
              <a:t>51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74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8663F-D83B-4599-91C7-36B1562FE85D}" type="slidenum">
              <a:rPr lang="es-ES" smtClean="0"/>
              <a:t>53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4052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rtada Convert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Patrón de fondo&#10;&#10;Descripción generada automáticamente">
            <a:extLst>
              <a:ext uri="{FF2B5EF4-FFF2-40B4-BE49-F238E27FC236}">
                <a16:creationId xmlns:a16="http://schemas.microsoft.com/office/drawing/2014/main" id="{D71D0AA2-AB92-4E96-BA54-E93E9B4118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26" y="-19051"/>
            <a:ext cx="12305551" cy="69246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EDC04EB-4744-4661-B9E0-51AA7BBF2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0325"/>
            <a:ext cx="10515600" cy="1325563"/>
          </a:xfrm>
        </p:spPr>
        <p:txBody>
          <a:bodyPr/>
          <a:lstStyle>
            <a:lvl1pPr algn="l">
              <a:lnSpc>
                <a:spcPct val="100000"/>
              </a:lnSpc>
              <a:defRPr spc="-15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0E4F37-95DA-4A50-A08E-89E00F1387B2}"/>
              </a:ext>
            </a:extLst>
          </p:cNvPr>
          <p:cNvSpPr txBox="1"/>
          <p:nvPr userDrawn="1"/>
        </p:nvSpPr>
        <p:spPr>
          <a:xfrm>
            <a:off x="815008" y="570506"/>
            <a:ext cx="1850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0" i="1" err="1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Straight</a:t>
            </a:r>
            <a:r>
              <a:rPr lang="es-ES" sz="1600" b="0" i="1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 to </a:t>
            </a:r>
            <a:r>
              <a:rPr lang="es-ES" sz="1600" b="0" i="1" err="1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Growth</a:t>
            </a:r>
            <a:endParaRPr lang="es-ES" sz="1600" b="0" i="1">
              <a:solidFill>
                <a:schemeClr val="accent6">
                  <a:lumMod val="60000"/>
                  <a:lumOff val="40000"/>
                </a:schemeClr>
              </a:solidFill>
              <a:latin typeface="+mj-lt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021474F-B83F-41C2-9D1B-0D06ADAF7ADF}"/>
              </a:ext>
            </a:extLst>
          </p:cNvPr>
          <p:cNvCxnSpPr>
            <a:cxnSpLocks/>
          </p:cNvCxnSpPr>
          <p:nvPr userDrawn="1"/>
        </p:nvCxnSpPr>
        <p:spPr>
          <a:xfrm>
            <a:off x="2743200" y="754752"/>
            <a:ext cx="676656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AF921DF-7BDF-4073-8744-97E42893AB96}"/>
              </a:ext>
            </a:extLst>
          </p:cNvPr>
          <p:cNvCxnSpPr>
            <a:cxnSpLocks/>
          </p:cNvCxnSpPr>
          <p:nvPr userDrawn="1"/>
        </p:nvCxnSpPr>
        <p:spPr>
          <a:xfrm>
            <a:off x="846086" y="6180192"/>
            <a:ext cx="10499828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con letras&#10;&#10;Descripción generada automáticamente con confianza baja">
            <a:extLst>
              <a:ext uri="{FF2B5EF4-FFF2-40B4-BE49-F238E27FC236}">
                <a16:creationId xmlns:a16="http://schemas.microsoft.com/office/drawing/2014/main" id="{151BCB74-DF67-4BA8-8036-442FA54301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214" y="547264"/>
            <a:ext cx="1944876" cy="41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19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rtada Convertia + cliente/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Patrón de fondo&#10;&#10;Descripción generada automáticamente">
            <a:extLst>
              <a:ext uri="{FF2B5EF4-FFF2-40B4-BE49-F238E27FC236}">
                <a16:creationId xmlns:a16="http://schemas.microsoft.com/office/drawing/2014/main" id="{1776BD04-684C-4B49-9AD7-37F04991D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26" y="-19051"/>
            <a:ext cx="12305551" cy="69246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EDC04EB-4744-4661-B9E0-51AA7BBF2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0325"/>
            <a:ext cx="10515600" cy="1325563"/>
          </a:xfrm>
        </p:spPr>
        <p:txBody>
          <a:bodyPr/>
          <a:lstStyle>
            <a:lvl1pPr algn="l">
              <a:lnSpc>
                <a:spcPct val="100000"/>
              </a:lnSpc>
              <a:defRPr spc="-15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AF921DF-7BDF-4073-8744-97E42893AB96}"/>
              </a:ext>
            </a:extLst>
          </p:cNvPr>
          <p:cNvCxnSpPr>
            <a:cxnSpLocks/>
          </p:cNvCxnSpPr>
          <p:nvPr userDrawn="1"/>
        </p:nvCxnSpPr>
        <p:spPr>
          <a:xfrm>
            <a:off x="846086" y="6180192"/>
            <a:ext cx="10499828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dibujo con letras&#10;&#10;Descripción generada automáticamente con confianza baja">
            <a:extLst>
              <a:ext uri="{FF2B5EF4-FFF2-40B4-BE49-F238E27FC236}">
                <a16:creationId xmlns:a16="http://schemas.microsoft.com/office/drawing/2014/main" id="{151BCB74-DF67-4BA8-8036-442FA54301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214" y="547264"/>
            <a:ext cx="1944876" cy="41497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43A479A-1663-4E84-A6EE-5638A0C51DF0}"/>
              </a:ext>
            </a:extLst>
          </p:cNvPr>
          <p:cNvSpPr txBox="1"/>
          <p:nvPr userDrawn="1"/>
        </p:nvSpPr>
        <p:spPr>
          <a:xfrm>
            <a:off x="815008" y="570506"/>
            <a:ext cx="18504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i="1" err="1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Straight</a:t>
            </a:r>
            <a:r>
              <a:rPr lang="es-ES" sz="1600" i="1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 to </a:t>
            </a:r>
            <a:r>
              <a:rPr lang="es-ES" sz="1600" i="1" err="1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Growth</a:t>
            </a:r>
            <a:endParaRPr lang="es-ES" sz="1600" i="1">
              <a:solidFill>
                <a:schemeClr val="accent6">
                  <a:lumMod val="60000"/>
                  <a:lumOff val="40000"/>
                </a:schemeClr>
              </a:solidFill>
              <a:latin typeface="+mj-lt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8A32B07-16BB-42E6-BBA5-E5A76D81FEF1}"/>
              </a:ext>
            </a:extLst>
          </p:cNvPr>
          <p:cNvCxnSpPr>
            <a:cxnSpLocks/>
          </p:cNvCxnSpPr>
          <p:nvPr userDrawn="1"/>
        </p:nvCxnSpPr>
        <p:spPr>
          <a:xfrm>
            <a:off x="2743200" y="754752"/>
            <a:ext cx="487680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012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degrad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Patrón de fondo&#10;&#10;Descripción generada automáticamente">
            <a:extLst>
              <a:ext uri="{FF2B5EF4-FFF2-40B4-BE49-F238E27FC236}">
                <a16:creationId xmlns:a16="http://schemas.microsoft.com/office/drawing/2014/main" id="{8DEC52A3-329C-4A84-8984-865B5E2E2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3" y="-51016"/>
            <a:ext cx="12277725" cy="690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6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degrad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Patrón de fondo&#10;&#10;Descripción generada automáticamente">
            <a:extLst>
              <a:ext uri="{FF2B5EF4-FFF2-40B4-BE49-F238E27FC236}">
                <a16:creationId xmlns:a16="http://schemas.microsoft.com/office/drawing/2014/main" id="{9AC4F2BD-8BC2-49E8-8A1B-C1740321E2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83" y="-19050"/>
            <a:ext cx="12294308" cy="691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31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degrada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A5AFEA92-B51D-4783-9038-BC75D734E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84" y="-47626"/>
            <a:ext cx="12305551" cy="692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78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clar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39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clar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Patrón de fondo&#10;&#10;Descripción generada automáticamente">
            <a:extLst>
              <a:ext uri="{FF2B5EF4-FFF2-40B4-BE49-F238E27FC236}">
                <a16:creationId xmlns:a16="http://schemas.microsoft.com/office/drawing/2014/main" id="{D3202911-4394-42EA-A6C8-10F30E139D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90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CFFDEF5-ADB5-4C77-90C6-B00B1BD88B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5365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1AA08231-42A1-4ED6-BFB7-120620AE24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63" y="-51016"/>
            <a:ext cx="12277725" cy="6909016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16BFE037-64D4-4873-836C-AACC3074E7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451423"/>
            <a:ext cx="3456709" cy="1325563"/>
          </a:xfrm>
        </p:spPr>
        <p:txBody>
          <a:bodyPr>
            <a:noAutofit/>
          </a:bodyPr>
          <a:lstStyle>
            <a:lvl1pPr>
              <a:defRPr sz="15000" spc="-150">
                <a:solidFill>
                  <a:srgbClr val="FFFFFF"/>
                </a:solidFill>
                <a:latin typeface="Switzer" pitchFamily="50" charset="0"/>
              </a:defRPr>
            </a:lvl1pPr>
          </a:lstStyle>
          <a:p>
            <a:r>
              <a:rPr lang="es-ES"/>
              <a:t>01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EE420625-F4D2-47C0-B49C-247DCCE49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873103"/>
            <a:ext cx="10187132" cy="1233486"/>
          </a:xfrm>
        </p:spPr>
        <p:txBody>
          <a:bodyPr vert="horz" anchor="t">
            <a:noAutofit/>
          </a:bodyPr>
          <a:lstStyle>
            <a:lvl1pPr marL="0" indent="0">
              <a:lnSpc>
                <a:spcPct val="100000"/>
              </a:lnSpc>
              <a:buNone/>
              <a:defRPr sz="6000" spc="-150">
                <a:solidFill>
                  <a:srgbClr val="FFFFFF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Título de sección</a:t>
            </a:r>
          </a:p>
        </p:txBody>
      </p:sp>
    </p:spTree>
    <p:extLst>
      <p:ext uri="{BB962C8B-B14F-4D97-AF65-F5344CB8AC3E}">
        <p14:creationId xmlns:p14="http://schemas.microsoft.com/office/powerpoint/2010/main" val="1771053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BD9F4-7BCB-43C8-A5EE-B0E8A45BE5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189" y="246956"/>
            <a:ext cx="3656159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Contenido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10552022-2DEA-44D2-AE9E-E7DC22DE1D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7215" y="1415826"/>
            <a:ext cx="5861283" cy="450189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ClrTx/>
              <a:buFont typeface="+mj-lt"/>
              <a:buAutoNum type="arabicPeriod"/>
              <a:defRPr sz="1600" b="1">
                <a:solidFill>
                  <a:schemeClr val="tx1"/>
                </a:solidFill>
              </a:defRPr>
            </a:lvl1pPr>
            <a:lvl2pPr marL="800100" indent="-342900">
              <a:lnSpc>
                <a:spcPct val="100000"/>
              </a:lnSpc>
              <a:buClrTx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1257300" indent="-342900">
              <a:lnSpc>
                <a:spcPct val="100000"/>
              </a:lnSpc>
              <a:buClrTx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3pPr>
            <a:lvl4pPr marL="1714500" indent="-342900">
              <a:lnSpc>
                <a:spcPct val="100000"/>
              </a:lnSpc>
              <a:buClrTx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2171700" indent="-342900">
              <a:lnSpc>
                <a:spcPct val="100000"/>
              </a:lnSpc>
              <a:buClrTx/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41FD5703-ED9A-4368-BE2B-FD2F9F3638D4}"/>
              </a:ext>
            </a:extLst>
          </p:cNvPr>
          <p:cNvGrpSpPr/>
          <p:nvPr userDrawn="1"/>
        </p:nvGrpSpPr>
        <p:grpSpPr>
          <a:xfrm>
            <a:off x="916988" y="1292786"/>
            <a:ext cx="785206" cy="366847"/>
            <a:chOff x="5069448" y="825720"/>
            <a:chExt cx="785206" cy="366847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1EAA3303-462B-4B85-A683-F96CD9197208}"/>
                </a:ext>
              </a:extLst>
            </p:cNvPr>
            <p:cNvSpPr/>
            <p:nvPr/>
          </p:nvSpPr>
          <p:spPr>
            <a:xfrm>
              <a:off x="5069448" y="825720"/>
              <a:ext cx="785206" cy="366847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ACC3D29F-FC4D-4503-B3D3-882BE9F07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5300051" y="847648"/>
              <a:ext cx="324000" cy="324000"/>
            </a:xfrm>
            <a:prstGeom prst="rect">
              <a:avLst/>
            </a:prstGeom>
          </p:spPr>
        </p:pic>
      </p:grp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7EF0BA4E-8E7F-4648-8E11-AB0FDEB673A2}"/>
              </a:ext>
            </a:extLst>
          </p:cNvPr>
          <p:cNvCxnSpPr/>
          <p:nvPr userDrawn="1"/>
        </p:nvCxnSpPr>
        <p:spPr>
          <a:xfrm>
            <a:off x="4611329" y="737828"/>
            <a:ext cx="0" cy="5402827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0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ue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959AA-8568-4964-A8D0-91FA6E013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3197"/>
            <a:ext cx="10180782" cy="1325563"/>
          </a:xfrm>
        </p:spPr>
        <p:txBody>
          <a:bodyPr/>
          <a:lstStyle>
            <a:lvl1pPr>
              <a:lnSpc>
                <a:spcPct val="100000"/>
              </a:lnSpc>
              <a:defRPr spc="-15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F0C5B9-9BED-4782-82FD-031275586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937164"/>
            <a:ext cx="10187132" cy="2752436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58402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y 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3EE1B258-5983-4984-ABE3-5A4A18469D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" y="0"/>
            <a:ext cx="12187066" cy="6858000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3346E063-F850-4F66-852D-520AC895C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3197"/>
            <a:ext cx="10458450" cy="1325563"/>
          </a:xfrm>
        </p:spPr>
        <p:txBody>
          <a:bodyPr/>
          <a:lstStyle>
            <a:lvl1pPr>
              <a:lnSpc>
                <a:spcPct val="100000"/>
              </a:lnSpc>
              <a:defRPr spc="-15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8DD6EC62-CC10-4139-9371-1E0A72A8F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611418"/>
            <a:ext cx="10464800" cy="232121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B574EAC6-A639-4DBF-9A2C-A74B31511A62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838200" y="2492592"/>
            <a:ext cx="10458450" cy="93640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4179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n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450F1-B958-4A42-96AA-E98B8F164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93197"/>
            <a:ext cx="5830455" cy="1325563"/>
          </a:xfrm>
        </p:spPr>
        <p:txBody>
          <a:bodyPr/>
          <a:lstStyle>
            <a:lvl1pPr>
              <a:lnSpc>
                <a:spcPct val="100000"/>
              </a:lnSpc>
              <a:defRPr spc="-15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título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1351F917-0303-4154-811C-ECFD4283A59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838200" y="2492592"/>
            <a:ext cx="5830455" cy="93640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84D43F68-1B0A-4F43-B72D-8813EF565B5B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287492" y="987425"/>
            <a:ext cx="4067896" cy="4873625"/>
          </a:xfrm>
          <a:prstGeom prst="roundRect">
            <a:avLst>
              <a:gd name="adj" fmla="val 6450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E56E692D-4B67-407E-B417-2EE5C07D6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6181" y="3679032"/>
            <a:ext cx="5831944" cy="15621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accent6"/>
                </a:solidFill>
              </a:defRPr>
            </a:lvl1pPr>
            <a:lvl2pPr>
              <a:lnSpc>
                <a:spcPct val="100000"/>
              </a:lnSpc>
              <a:defRPr sz="1600">
                <a:solidFill>
                  <a:schemeClr val="accent6"/>
                </a:solidFill>
              </a:defRPr>
            </a:lvl2pPr>
            <a:lvl3pPr>
              <a:lnSpc>
                <a:spcPct val="100000"/>
              </a:lnSpc>
              <a:defRPr sz="1600">
                <a:solidFill>
                  <a:schemeClr val="accent6"/>
                </a:solidFill>
              </a:defRPr>
            </a:lvl3pPr>
            <a:lvl4pPr>
              <a:lnSpc>
                <a:spcPct val="100000"/>
              </a:lnSpc>
              <a:defRPr sz="1600">
                <a:solidFill>
                  <a:schemeClr val="accent6"/>
                </a:solidFill>
              </a:defRPr>
            </a:lvl4pPr>
            <a:lvl5pPr>
              <a:lnSpc>
                <a:spcPct val="100000"/>
              </a:lnSpc>
              <a:defRPr sz="1600">
                <a:solidFill>
                  <a:schemeClr val="accent6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645942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n oscu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450F1-B958-4A42-96AA-E98B8F164E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993197"/>
            <a:ext cx="5876636" cy="1325563"/>
          </a:xfrm>
        </p:spPr>
        <p:txBody>
          <a:bodyPr/>
          <a:lstStyle>
            <a:lvl1pPr>
              <a:lnSpc>
                <a:spcPct val="100000"/>
              </a:lnSpc>
              <a:defRPr spc="-15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título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2BCF19-BB16-42C5-8A75-718E82820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611418"/>
            <a:ext cx="5876636" cy="232121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1351F917-0303-4154-811C-ECFD4283A59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838201" y="2492592"/>
            <a:ext cx="5876636" cy="936408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6" name="Marcador de posición de imagen 2">
            <a:extLst>
              <a:ext uri="{FF2B5EF4-FFF2-40B4-BE49-F238E27FC236}">
                <a16:creationId xmlns:a16="http://schemas.microsoft.com/office/drawing/2014/main" id="{EFA56ABC-8263-43B3-98E2-B4730839209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287492" y="987425"/>
            <a:ext cx="4067896" cy="4873625"/>
          </a:xfrm>
          <a:prstGeom prst="roundRect">
            <a:avLst>
              <a:gd name="adj" fmla="val 6450"/>
            </a:avLst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394515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oscu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C53CC-B2F1-4207-B7AA-4839E83C9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72" y="2766218"/>
            <a:ext cx="7659255" cy="1325563"/>
          </a:xfrm>
        </p:spPr>
        <p:txBody>
          <a:bodyPr/>
          <a:lstStyle>
            <a:lvl1pPr algn="ctr">
              <a:lnSpc>
                <a:spcPct val="100000"/>
              </a:lnSpc>
              <a:defRPr spc="-15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84776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os dur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C53CC-B2F1-4207-B7AA-4839E83C9D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5614" y="1904175"/>
            <a:ext cx="3099955" cy="889753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s-ES"/>
              <a:t>+100%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8C4E0B3-B6C5-43F0-A10D-3B75DBDF3954}"/>
              </a:ext>
            </a:extLst>
          </p:cNvPr>
          <p:cNvCxnSpPr>
            <a:cxnSpLocks/>
          </p:cNvCxnSpPr>
          <p:nvPr userDrawn="1"/>
        </p:nvCxnSpPr>
        <p:spPr>
          <a:xfrm>
            <a:off x="846086" y="6180192"/>
            <a:ext cx="10499828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F42604D-70BE-40BE-914D-9DFEB34C1E96}"/>
              </a:ext>
            </a:extLst>
          </p:cNvPr>
          <p:cNvCxnSpPr>
            <a:cxnSpLocks/>
          </p:cNvCxnSpPr>
          <p:nvPr userDrawn="1"/>
        </p:nvCxnSpPr>
        <p:spPr>
          <a:xfrm>
            <a:off x="4171950" y="894080"/>
            <a:ext cx="7173964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arcador de texto 27">
            <a:extLst>
              <a:ext uri="{FF2B5EF4-FFF2-40B4-BE49-F238E27FC236}">
                <a16:creationId xmlns:a16="http://schemas.microsoft.com/office/drawing/2014/main" id="{7F353276-301A-4D06-A7A5-9FDB41898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5591" y="3900655"/>
            <a:ext cx="3100387" cy="9239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200">
                <a:latin typeface="+mj-lt"/>
              </a:defRPr>
            </a:lvl1pPr>
          </a:lstStyle>
          <a:p>
            <a:pPr lvl="0"/>
            <a:r>
              <a:rPr lang="es-ES"/>
              <a:t>+100k</a:t>
            </a:r>
          </a:p>
        </p:txBody>
      </p:sp>
      <p:sp>
        <p:nvSpPr>
          <p:cNvPr id="29" name="Marcador de texto 27">
            <a:extLst>
              <a:ext uri="{FF2B5EF4-FFF2-40B4-BE49-F238E27FC236}">
                <a16:creationId xmlns:a16="http://schemas.microsoft.com/office/drawing/2014/main" id="{136DE82B-83BD-4C8B-9513-08D9391B94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1674" y="1870003"/>
            <a:ext cx="3100387" cy="9239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200">
                <a:latin typeface="+mj-lt"/>
              </a:defRPr>
            </a:lvl1pPr>
          </a:lstStyle>
          <a:p>
            <a:pPr lvl="0"/>
            <a:r>
              <a:rPr lang="es-ES"/>
              <a:t>+250%</a:t>
            </a:r>
          </a:p>
        </p:txBody>
      </p:sp>
      <p:sp>
        <p:nvSpPr>
          <p:cNvPr id="32" name="Marcador de texto 27">
            <a:extLst>
              <a:ext uri="{FF2B5EF4-FFF2-40B4-BE49-F238E27FC236}">
                <a16:creationId xmlns:a16="http://schemas.microsoft.com/office/drawing/2014/main" id="{8D053B24-4B66-4942-B046-5AA6BAC4E2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6108" y="3899892"/>
            <a:ext cx="3100387" cy="9239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200">
                <a:latin typeface="+mj-lt"/>
              </a:defRPr>
            </a:lvl1pPr>
          </a:lstStyle>
          <a:p>
            <a:pPr lvl="0"/>
            <a:r>
              <a:rPr lang="es-ES"/>
              <a:t>+250k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719B3B3-67EE-45B9-852D-CE114AB9790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5659" y="2810348"/>
            <a:ext cx="2409910" cy="6796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s-ES"/>
              <a:t>Información del dato duro</a:t>
            </a:r>
          </a:p>
        </p:txBody>
      </p:sp>
      <p:sp>
        <p:nvSpPr>
          <p:cNvPr id="16" name="Marcador de texto 7">
            <a:extLst>
              <a:ext uri="{FF2B5EF4-FFF2-40B4-BE49-F238E27FC236}">
                <a16:creationId xmlns:a16="http://schemas.microsoft.com/office/drawing/2014/main" id="{ACCAB9F1-BE33-42C2-8F80-FB3B7384E9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95659" y="4833535"/>
            <a:ext cx="2409910" cy="6796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s-ES"/>
              <a:t>Información del dato duro</a:t>
            </a:r>
          </a:p>
        </p:txBody>
      </p:sp>
      <p:sp>
        <p:nvSpPr>
          <p:cNvPr id="17" name="Marcador de texto 7">
            <a:extLst>
              <a:ext uri="{FF2B5EF4-FFF2-40B4-BE49-F238E27FC236}">
                <a16:creationId xmlns:a16="http://schemas.microsoft.com/office/drawing/2014/main" id="{2505B8AC-F40E-4172-B28C-4A2B75C0CE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39769" y="2810348"/>
            <a:ext cx="2556572" cy="6796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s-ES"/>
              <a:t>Información del dato duro</a:t>
            </a:r>
          </a:p>
        </p:txBody>
      </p:sp>
      <p:sp>
        <p:nvSpPr>
          <p:cNvPr id="18" name="Marcador de texto 7">
            <a:extLst>
              <a:ext uri="{FF2B5EF4-FFF2-40B4-BE49-F238E27FC236}">
                <a16:creationId xmlns:a16="http://schemas.microsoft.com/office/drawing/2014/main" id="{771A47FE-554A-4517-99EA-D34594D3A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39769" y="4833535"/>
            <a:ext cx="2506726" cy="6796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accent6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s-ES"/>
              <a:t>Información del dato duro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169B8ACE-FD8B-4856-9ABC-DDA4F1D59E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1477" y="510128"/>
            <a:ext cx="3320923" cy="889000"/>
          </a:xfrm>
        </p:spPr>
        <p:txBody>
          <a:bodyPr>
            <a:noAutofit/>
          </a:bodyPr>
          <a:lstStyle>
            <a:lvl1pPr marL="0" indent="0">
              <a:buNone/>
              <a:defRPr sz="4800" spc="-150"/>
            </a:lvl1pPr>
          </a:lstStyle>
          <a:p>
            <a:pPr lvl="0"/>
            <a:r>
              <a:rPr lang="es-ES"/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2308641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Patrón de fondo&#10;&#10;Descripción generada automáticamente">
            <a:extLst>
              <a:ext uri="{FF2B5EF4-FFF2-40B4-BE49-F238E27FC236}">
                <a16:creationId xmlns:a16="http://schemas.microsoft.com/office/drawing/2014/main" id="{E0968EDC-8216-4CA8-8B0F-61C313B87F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83" y="-19050"/>
            <a:ext cx="12294308" cy="69183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074C23C-EFAE-4386-99B3-BE8E918B4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72" y="2932472"/>
            <a:ext cx="7659255" cy="1325563"/>
          </a:xfrm>
        </p:spPr>
        <p:txBody>
          <a:bodyPr/>
          <a:lstStyle>
            <a:lvl1pPr algn="ctr">
              <a:lnSpc>
                <a:spcPct val="100000"/>
              </a:lnSpc>
              <a:defRPr spc="-15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5695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portada 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2AC104A5-CA58-4A21-870F-93C096315B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84" y="-47626"/>
            <a:ext cx="12305551" cy="6924675"/>
          </a:xfrm>
          <a:prstGeom prst="rect">
            <a:avLst/>
          </a:prstGeom>
        </p:spPr>
      </p:pic>
      <p:pic>
        <p:nvPicPr>
          <p:cNvPr id="9" name="Imagen 8" descr="Un dibujo con letras&#10;&#10;Descripción generada automáticamente con confianza baja">
            <a:extLst>
              <a:ext uri="{FF2B5EF4-FFF2-40B4-BE49-F238E27FC236}">
                <a16:creationId xmlns:a16="http://schemas.microsoft.com/office/drawing/2014/main" id="{EA4C2AEA-C5DB-41EC-A671-9815004434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593" y="2896771"/>
            <a:ext cx="4988813" cy="1064458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A4555EC-8ECE-42ED-B916-177CED84FDC9}"/>
              </a:ext>
            </a:extLst>
          </p:cNvPr>
          <p:cNvCxnSpPr>
            <a:cxnSpLocks/>
          </p:cNvCxnSpPr>
          <p:nvPr userDrawn="1"/>
        </p:nvCxnSpPr>
        <p:spPr>
          <a:xfrm>
            <a:off x="846086" y="6180192"/>
            <a:ext cx="10499828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EEB6A33-915B-40CE-A944-86E2EB5FDFFD}"/>
              </a:ext>
            </a:extLst>
          </p:cNvPr>
          <p:cNvCxnSpPr>
            <a:cxnSpLocks/>
          </p:cNvCxnSpPr>
          <p:nvPr userDrawn="1"/>
        </p:nvCxnSpPr>
        <p:spPr>
          <a:xfrm>
            <a:off x="846086" y="754752"/>
            <a:ext cx="10499828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9920508-513C-4BBA-8F4B-EF58E945B342}"/>
              </a:ext>
            </a:extLst>
          </p:cNvPr>
          <p:cNvSpPr txBox="1"/>
          <p:nvPr userDrawn="1"/>
        </p:nvSpPr>
        <p:spPr>
          <a:xfrm>
            <a:off x="9382495" y="6296025"/>
            <a:ext cx="18095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www.convertia.com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0F5966B-E25B-43AC-98C5-6452CCD71CD0}"/>
              </a:ext>
            </a:extLst>
          </p:cNvPr>
          <p:cNvSpPr txBox="1"/>
          <p:nvPr userDrawn="1"/>
        </p:nvSpPr>
        <p:spPr>
          <a:xfrm>
            <a:off x="846086" y="6296025"/>
            <a:ext cx="16203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i="1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Straight</a:t>
            </a:r>
            <a:r>
              <a:rPr lang="es-ES" sz="1400" i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 </a:t>
            </a:r>
            <a:r>
              <a:rPr lang="es-ES" sz="1400" i="1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to</a:t>
            </a:r>
            <a:r>
              <a:rPr lang="es-ES" sz="1400" i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 </a:t>
            </a:r>
            <a:r>
              <a:rPr lang="es-ES" sz="1400" i="1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growth</a:t>
            </a:r>
            <a:endParaRPr lang="es-ES" sz="1400" i="1">
              <a:solidFill>
                <a:schemeClr val="accent6">
                  <a:lumMod val="40000"/>
                  <a:lumOff val="6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471254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2AC104A5-CA58-4A21-870F-93C096315B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84" y="-47626"/>
            <a:ext cx="12305551" cy="6924675"/>
          </a:xfrm>
          <a:prstGeom prst="rect">
            <a:avLst/>
          </a:prstGeom>
        </p:spPr>
      </p:pic>
      <p:pic>
        <p:nvPicPr>
          <p:cNvPr id="9" name="Imagen 8" descr="Un dibujo con letras&#10;&#10;Descripción generada automáticamente con confianza baja">
            <a:extLst>
              <a:ext uri="{FF2B5EF4-FFF2-40B4-BE49-F238E27FC236}">
                <a16:creationId xmlns:a16="http://schemas.microsoft.com/office/drawing/2014/main" id="{EA4C2AEA-C5DB-41EC-A671-9815004434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593" y="2896771"/>
            <a:ext cx="4988813" cy="106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219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o paí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 descr="Patrón de fondo&#10;&#10;Descripción generada automáticamente con confianza baja">
            <a:extLst>
              <a:ext uri="{FF2B5EF4-FFF2-40B4-BE49-F238E27FC236}">
                <a16:creationId xmlns:a16="http://schemas.microsoft.com/office/drawing/2014/main" id="{23F18D30-F82F-4342-9202-AB99888783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84" y="-47626"/>
            <a:ext cx="12305551" cy="6924675"/>
          </a:xfrm>
          <a:prstGeom prst="rect">
            <a:avLst/>
          </a:prstGeom>
        </p:spPr>
      </p:pic>
      <p:sp>
        <p:nvSpPr>
          <p:cNvPr id="21" name="Elipse 20">
            <a:extLst>
              <a:ext uri="{FF2B5EF4-FFF2-40B4-BE49-F238E27FC236}">
                <a16:creationId xmlns:a16="http://schemas.microsoft.com/office/drawing/2014/main" id="{8B0C04A5-B758-4DE5-B4DB-85FBC1D51A4F}"/>
              </a:ext>
            </a:extLst>
          </p:cNvPr>
          <p:cNvSpPr/>
          <p:nvPr userDrawn="1"/>
        </p:nvSpPr>
        <p:spPr>
          <a:xfrm>
            <a:off x="6394299" y="1258116"/>
            <a:ext cx="612624" cy="612624"/>
          </a:xfrm>
          <a:prstGeom prst="ellipse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9508589-4D35-43D4-808A-10FC25726487}"/>
              </a:ext>
            </a:extLst>
          </p:cNvPr>
          <p:cNvSpPr/>
          <p:nvPr userDrawn="1"/>
        </p:nvSpPr>
        <p:spPr>
          <a:xfrm>
            <a:off x="6394299" y="2953651"/>
            <a:ext cx="612624" cy="612624"/>
          </a:xfrm>
          <a:prstGeom prst="ellipse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727A9D0-F0E6-4A45-A961-F8686F390A22}"/>
              </a:ext>
            </a:extLst>
          </p:cNvPr>
          <p:cNvSpPr/>
          <p:nvPr userDrawn="1"/>
        </p:nvSpPr>
        <p:spPr>
          <a:xfrm>
            <a:off x="6394299" y="4516916"/>
            <a:ext cx="612624" cy="612624"/>
          </a:xfrm>
          <a:prstGeom prst="ellipse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D23FA594-43EF-4BDF-A92F-3CA1E8513EE1}"/>
              </a:ext>
            </a:extLst>
          </p:cNvPr>
          <p:cNvSpPr txBox="1">
            <a:spLocks/>
          </p:cNvSpPr>
          <p:nvPr userDrawn="1"/>
        </p:nvSpPr>
        <p:spPr>
          <a:xfrm>
            <a:off x="1525566" y="3069701"/>
            <a:ext cx="3859234" cy="592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Gilroy ExtraBold" panose="00000900000000000000" pitchFamily="50" charset="0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spc="-150">
                <a:solidFill>
                  <a:schemeClr val="bg1"/>
                </a:solidFill>
                <a:latin typeface="+mj-lt"/>
              </a:rPr>
              <a:t>Contáctanos</a:t>
            </a:r>
            <a:endParaRPr kumimoji="0" lang="es-ES" sz="4400" i="0" u="none" strike="noStrike" kern="1200" cap="none" spc="-15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6" name="Google Shape;525;g53ebe8c28f_1_254">
            <a:extLst>
              <a:ext uri="{FF2B5EF4-FFF2-40B4-BE49-F238E27FC236}">
                <a16:creationId xmlns:a16="http://schemas.microsoft.com/office/drawing/2014/main" id="{A1A37166-6E53-4F1C-B39F-FCBB14C1EF0E}"/>
              </a:ext>
            </a:extLst>
          </p:cNvPr>
          <p:cNvSpPr txBox="1"/>
          <p:nvPr userDrawn="1"/>
        </p:nvSpPr>
        <p:spPr>
          <a:xfrm>
            <a:off x="7351981" y="3332641"/>
            <a:ext cx="2533056" cy="512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7974" tIns="47974" rIns="47974" bIns="47974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Avenida de Burgos 12B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,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 2ª planta</a:t>
            </a: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280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3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6, Madrid.</a:t>
            </a:r>
          </a:p>
        </p:txBody>
      </p:sp>
      <p:sp>
        <p:nvSpPr>
          <p:cNvPr id="27" name="Google Shape;524;g53ebe8c28f_1_254">
            <a:extLst>
              <a:ext uri="{FF2B5EF4-FFF2-40B4-BE49-F238E27FC236}">
                <a16:creationId xmlns:a16="http://schemas.microsoft.com/office/drawing/2014/main" id="{CB26F089-29AA-4F55-ACCB-69CCDE067CE0}"/>
              </a:ext>
            </a:extLst>
          </p:cNvPr>
          <p:cNvSpPr txBox="1"/>
          <p:nvPr userDrawn="1"/>
        </p:nvSpPr>
        <p:spPr>
          <a:xfrm>
            <a:off x="7351980" y="1542735"/>
            <a:ext cx="3488427" cy="835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7974" tIns="47974" rIns="47974" bIns="47974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Alejandro Dumas 30, Colonia Polanco IV Sección, </a:t>
            </a: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Alcaldía Miguel Hidalgo, C.P. 11550, CDMX</a:t>
            </a: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(+52) 1 55 4742 2180</a:t>
            </a:r>
          </a:p>
        </p:txBody>
      </p:sp>
      <p:sp>
        <p:nvSpPr>
          <p:cNvPr id="28" name="Google Shape;526;g53ebe8c28f_1_254">
            <a:extLst>
              <a:ext uri="{FF2B5EF4-FFF2-40B4-BE49-F238E27FC236}">
                <a16:creationId xmlns:a16="http://schemas.microsoft.com/office/drawing/2014/main" id="{40CCA7B6-3F94-477D-9F8F-AC0719CCEA60}"/>
              </a:ext>
            </a:extLst>
          </p:cNvPr>
          <p:cNvSpPr txBox="1"/>
          <p:nvPr userDrawn="1"/>
        </p:nvSpPr>
        <p:spPr>
          <a:xfrm>
            <a:off x="7351981" y="4835790"/>
            <a:ext cx="1974982" cy="1004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7974" tIns="47974" rIns="47974" bIns="47974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Calle 93 B No. 19-35,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Of. 201,</a:t>
            </a:r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Poppins" panose="00000500000000000000" pitchFamily="2" charset="0"/>
              <a:sym typeface="DM Sans Regular"/>
            </a:endParaRP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Bogotá.</a:t>
            </a: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(+57) 1 514 1473 </a:t>
            </a:r>
            <a:r>
              <a:rPr kumimoji="0" sz="1100" b="0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ext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 201</a:t>
            </a:r>
          </a:p>
        </p:txBody>
      </p:sp>
      <p:sp>
        <p:nvSpPr>
          <p:cNvPr id="29" name="Forma libre: forma 28">
            <a:extLst>
              <a:ext uri="{FF2B5EF4-FFF2-40B4-BE49-F238E27FC236}">
                <a16:creationId xmlns:a16="http://schemas.microsoft.com/office/drawing/2014/main" id="{7D66F862-E9F5-44E7-939F-ABD8DF249164}"/>
              </a:ext>
            </a:extLst>
          </p:cNvPr>
          <p:cNvSpPr/>
          <p:nvPr userDrawn="1"/>
        </p:nvSpPr>
        <p:spPr>
          <a:xfrm>
            <a:off x="7300611" y="4715100"/>
            <a:ext cx="320569" cy="320569"/>
          </a:xfrm>
          <a:custGeom>
            <a:avLst/>
            <a:gdLst>
              <a:gd name="connsiteX0" fmla="*/ 0 w 320569"/>
              <a:gd name="connsiteY0" fmla="*/ 0 h 320569"/>
              <a:gd name="connsiteX1" fmla="*/ 320569 w 320569"/>
              <a:gd name="connsiteY1" fmla="*/ 0 h 320569"/>
              <a:gd name="connsiteX2" fmla="*/ 320569 w 320569"/>
              <a:gd name="connsiteY2" fmla="*/ 320569 h 320569"/>
              <a:gd name="connsiteX3" fmla="*/ 0 w 320569"/>
              <a:gd name="connsiteY3" fmla="*/ 320569 h 320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569" h="320569">
                <a:moveTo>
                  <a:pt x="0" y="0"/>
                </a:moveTo>
                <a:lnTo>
                  <a:pt x="320569" y="0"/>
                </a:lnTo>
                <a:lnTo>
                  <a:pt x="320569" y="320569"/>
                </a:lnTo>
                <a:lnTo>
                  <a:pt x="0" y="320569"/>
                </a:lnTo>
                <a:close/>
              </a:path>
            </a:pathLst>
          </a:custGeom>
          <a:noFill/>
          <a:ln w="259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exend Deca Light"/>
              <a:ea typeface="+mn-ea"/>
              <a:cs typeface="+mn-cs"/>
            </a:endParaRP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CDBF384-4946-4F0F-AD71-ABBDFD2458C6}"/>
              </a:ext>
            </a:extLst>
          </p:cNvPr>
          <p:cNvCxnSpPr>
            <a:cxnSpLocks/>
          </p:cNvCxnSpPr>
          <p:nvPr userDrawn="1"/>
        </p:nvCxnSpPr>
        <p:spPr>
          <a:xfrm>
            <a:off x="5889549" y="1171617"/>
            <a:ext cx="0" cy="477641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5C4A9EB-C43A-4082-BE21-9D42682DA908}"/>
              </a:ext>
            </a:extLst>
          </p:cNvPr>
          <p:cNvSpPr txBox="1"/>
          <p:nvPr userDrawn="1"/>
        </p:nvSpPr>
        <p:spPr>
          <a:xfrm>
            <a:off x="7300611" y="2913176"/>
            <a:ext cx="1615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ESPAÑA</a:t>
            </a:r>
            <a:endParaRPr lang="es-ES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1500DFC-01AC-45D8-B77A-05387ABA938E}"/>
              </a:ext>
            </a:extLst>
          </p:cNvPr>
          <p:cNvSpPr txBox="1"/>
          <p:nvPr userDrawn="1"/>
        </p:nvSpPr>
        <p:spPr>
          <a:xfrm>
            <a:off x="7300611" y="4470069"/>
            <a:ext cx="1804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COLOMBIA</a:t>
            </a:r>
            <a:endParaRPr lang="es-ES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B95BCBD-027A-4304-A443-703E62CEAFD5}"/>
              </a:ext>
            </a:extLst>
          </p:cNvPr>
          <p:cNvSpPr txBox="1"/>
          <p:nvPr userDrawn="1"/>
        </p:nvSpPr>
        <p:spPr>
          <a:xfrm>
            <a:off x="7300611" y="1171617"/>
            <a:ext cx="1459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MÉXICO</a:t>
            </a:r>
            <a:endParaRPr lang="es-ES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0128B369-CC84-4449-A4E9-5A9C9C3F9337}"/>
              </a:ext>
            </a:extLst>
          </p:cNvPr>
          <p:cNvGrpSpPr/>
          <p:nvPr userDrawn="1"/>
        </p:nvGrpSpPr>
        <p:grpSpPr>
          <a:xfrm>
            <a:off x="6563465" y="1380149"/>
            <a:ext cx="274293" cy="321600"/>
            <a:chOff x="5543549" y="3282508"/>
            <a:chExt cx="676520" cy="793198"/>
          </a:xfrm>
          <a:solidFill>
            <a:schemeClr val="accent1"/>
          </a:solidFill>
        </p:grpSpPr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069739D1-4D19-457E-95A1-5C6BB9AA157A}"/>
                </a:ext>
              </a:extLst>
            </p:cNvPr>
            <p:cNvSpPr/>
            <p:nvPr/>
          </p:nvSpPr>
          <p:spPr>
            <a:xfrm>
              <a:off x="6051129" y="3282508"/>
              <a:ext cx="168940" cy="793198"/>
            </a:xfrm>
            <a:custGeom>
              <a:avLst/>
              <a:gdLst>
                <a:gd name="connsiteX0" fmla="*/ 168940 w 168940"/>
                <a:gd name="connsiteY0" fmla="*/ 793198 h 793198"/>
                <a:gd name="connsiteX1" fmla="*/ 0 w 168940"/>
                <a:gd name="connsiteY1" fmla="*/ 793198 h 793198"/>
                <a:gd name="connsiteX2" fmla="*/ 0 w 168940"/>
                <a:gd name="connsiteY2" fmla="*/ 0 h 793198"/>
                <a:gd name="connsiteX3" fmla="*/ 168940 w 168940"/>
                <a:gd name="connsiteY3" fmla="*/ 238549 h 793198"/>
                <a:gd name="connsiteX4" fmla="*/ 168940 w 168940"/>
                <a:gd name="connsiteY4" fmla="*/ 793198 h 793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940" h="793198">
                  <a:moveTo>
                    <a:pt x="168940" y="793198"/>
                  </a:moveTo>
                  <a:lnTo>
                    <a:pt x="0" y="793198"/>
                  </a:lnTo>
                  <a:lnTo>
                    <a:pt x="0" y="0"/>
                  </a:lnTo>
                  <a:lnTo>
                    <a:pt x="168940" y="238549"/>
                  </a:lnTo>
                  <a:lnTo>
                    <a:pt x="168940" y="793198"/>
                  </a:lnTo>
                  <a:close/>
                </a:path>
              </a:pathLst>
            </a:custGeom>
            <a:grpFill/>
            <a:ln w="58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6409199E-09E7-475A-BFEB-AF934BC40B10}"/>
                </a:ext>
              </a:extLst>
            </p:cNvPr>
            <p:cNvSpPr/>
            <p:nvPr/>
          </p:nvSpPr>
          <p:spPr>
            <a:xfrm>
              <a:off x="5543549" y="3397782"/>
              <a:ext cx="196795" cy="677923"/>
            </a:xfrm>
            <a:custGeom>
              <a:avLst/>
              <a:gdLst>
                <a:gd name="connsiteX0" fmla="*/ 177934 w 196795"/>
                <a:gd name="connsiteY0" fmla="*/ 552664 h 677923"/>
                <a:gd name="connsiteX1" fmla="*/ 177934 w 196795"/>
                <a:gd name="connsiteY1" fmla="*/ 490063 h 677923"/>
                <a:gd name="connsiteX2" fmla="*/ 157028 w 196795"/>
                <a:gd name="connsiteY2" fmla="*/ 490063 h 677923"/>
                <a:gd name="connsiteX3" fmla="*/ 157028 w 196795"/>
                <a:gd name="connsiteY3" fmla="*/ 185876 h 677923"/>
                <a:gd name="connsiteX4" fmla="*/ 151071 w 196795"/>
                <a:gd name="connsiteY4" fmla="*/ 185876 h 677923"/>
                <a:gd name="connsiteX5" fmla="*/ 151071 w 196795"/>
                <a:gd name="connsiteY5" fmla="*/ 160298 h 677923"/>
                <a:gd name="connsiteX6" fmla="*/ 129231 w 196795"/>
                <a:gd name="connsiteY6" fmla="*/ 160298 h 677923"/>
                <a:gd name="connsiteX7" fmla="*/ 129231 w 196795"/>
                <a:gd name="connsiteY7" fmla="*/ 115566 h 677923"/>
                <a:gd name="connsiteX8" fmla="*/ 114807 w 196795"/>
                <a:gd name="connsiteY8" fmla="*/ 115566 h 677923"/>
                <a:gd name="connsiteX9" fmla="*/ 114807 w 196795"/>
                <a:gd name="connsiteY9" fmla="*/ 105114 h 677923"/>
                <a:gd name="connsiteX10" fmla="*/ 103595 w 196795"/>
                <a:gd name="connsiteY10" fmla="*/ 105114 h 677923"/>
                <a:gd name="connsiteX11" fmla="*/ 103595 w 196795"/>
                <a:gd name="connsiteY11" fmla="*/ 0 h 677923"/>
                <a:gd name="connsiteX12" fmla="*/ 93200 w 196795"/>
                <a:gd name="connsiteY12" fmla="*/ 0 h 677923"/>
                <a:gd name="connsiteX13" fmla="*/ 93200 w 196795"/>
                <a:gd name="connsiteY13" fmla="*/ 105114 h 677923"/>
                <a:gd name="connsiteX14" fmla="*/ 81988 w 196795"/>
                <a:gd name="connsiteY14" fmla="*/ 105114 h 677923"/>
                <a:gd name="connsiteX15" fmla="*/ 81988 w 196795"/>
                <a:gd name="connsiteY15" fmla="*/ 115566 h 677923"/>
                <a:gd name="connsiteX16" fmla="*/ 67565 w 196795"/>
                <a:gd name="connsiteY16" fmla="*/ 115566 h 677923"/>
                <a:gd name="connsiteX17" fmla="*/ 67565 w 196795"/>
                <a:gd name="connsiteY17" fmla="*/ 160298 h 677923"/>
                <a:gd name="connsiteX18" fmla="*/ 45724 w 196795"/>
                <a:gd name="connsiteY18" fmla="*/ 160298 h 677923"/>
                <a:gd name="connsiteX19" fmla="*/ 45724 w 196795"/>
                <a:gd name="connsiteY19" fmla="*/ 185876 h 677923"/>
                <a:gd name="connsiteX20" fmla="*/ 39768 w 196795"/>
                <a:gd name="connsiteY20" fmla="*/ 185876 h 677923"/>
                <a:gd name="connsiteX21" fmla="*/ 39768 w 196795"/>
                <a:gd name="connsiteY21" fmla="*/ 490063 h 677923"/>
                <a:gd name="connsiteX22" fmla="*/ 18862 w 196795"/>
                <a:gd name="connsiteY22" fmla="*/ 490063 h 677923"/>
                <a:gd name="connsiteX23" fmla="*/ 18862 w 196795"/>
                <a:gd name="connsiteY23" fmla="*/ 552664 h 677923"/>
                <a:gd name="connsiteX24" fmla="*/ 0 w 196795"/>
                <a:gd name="connsiteY24" fmla="*/ 552664 h 677923"/>
                <a:gd name="connsiteX25" fmla="*/ 0 w 196795"/>
                <a:gd name="connsiteY25" fmla="*/ 677924 h 677923"/>
                <a:gd name="connsiteX26" fmla="*/ 196796 w 196795"/>
                <a:gd name="connsiteY26" fmla="*/ 677924 h 677923"/>
                <a:gd name="connsiteX27" fmla="*/ 196796 w 196795"/>
                <a:gd name="connsiteY27" fmla="*/ 552664 h 677923"/>
                <a:gd name="connsiteX28" fmla="*/ 177934 w 196795"/>
                <a:gd name="connsiteY28" fmla="*/ 552664 h 677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96795" h="677923">
                  <a:moveTo>
                    <a:pt x="177934" y="552664"/>
                  </a:moveTo>
                  <a:lnTo>
                    <a:pt x="177934" y="490063"/>
                  </a:lnTo>
                  <a:lnTo>
                    <a:pt x="157028" y="490063"/>
                  </a:lnTo>
                  <a:lnTo>
                    <a:pt x="157028" y="185876"/>
                  </a:lnTo>
                  <a:lnTo>
                    <a:pt x="151071" y="185876"/>
                  </a:lnTo>
                  <a:lnTo>
                    <a:pt x="151071" y="160298"/>
                  </a:lnTo>
                  <a:lnTo>
                    <a:pt x="129231" y="160298"/>
                  </a:lnTo>
                  <a:lnTo>
                    <a:pt x="129231" y="115566"/>
                  </a:lnTo>
                  <a:lnTo>
                    <a:pt x="114807" y="115566"/>
                  </a:lnTo>
                  <a:lnTo>
                    <a:pt x="114807" y="105114"/>
                  </a:lnTo>
                  <a:lnTo>
                    <a:pt x="103595" y="105114"/>
                  </a:lnTo>
                  <a:lnTo>
                    <a:pt x="103595" y="0"/>
                  </a:lnTo>
                  <a:lnTo>
                    <a:pt x="93200" y="0"/>
                  </a:lnTo>
                  <a:lnTo>
                    <a:pt x="93200" y="105114"/>
                  </a:lnTo>
                  <a:lnTo>
                    <a:pt x="81988" y="105114"/>
                  </a:lnTo>
                  <a:lnTo>
                    <a:pt x="81988" y="115566"/>
                  </a:lnTo>
                  <a:lnTo>
                    <a:pt x="67565" y="115566"/>
                  </a:lnTo>
                  <a:lnTo>
                    <a:pt x="67565" y="160298"/>
                  </a:lnTo>
                  <a:lnTo>
                    <a:pt x="45724" y="160298"/>
                  </a:lnTo>
                  <a:lnTo>
                    <a:pt x="45724" y="185876"/>
                  </a:lnTo>
                  <a:lnTo>
                    <a:pt x="39768" y="185876"/>
                  </a:lnTo>
                  <a:lnTo>
                    <a:pt x="39768" y="490063"/>
                  </a:lnTo>
                  <a:lnTo>
                    <a:pt x="18862" y="490063"/>
                  </a:lnTo>
                  <a:lnTo>
                    <a:pt x="18862" y="552664"/>
                  </a:lnTo>
                  <a:lnTo>
                    <a:pt x="0" y="552664"/>
                  </a:lnTo>
                  <a:lnTo>
                    <a:pt x="0" y="677924"/>
                  </a:lnTo>
                  <a:lnTo>
                    <a:pt x="196796" y="677924"/>
                  </a:lnTo>
                  <a:lnTo>
                    <a:pt x="196796" y="552664"/>
                  </a:lnTo>
                  <a:lnTo>
                    <a:pt x="177934" y="552664"/>
                  </a:lnTo>
                  <a:close/>
                </a:path>
              </a:pathLst>
            </a:custGeom>
            <a:grpFill/>
            <a:ln w="58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grpSp>
          <p:nvGrpSpPr>
            <p:cNvPr id="37" name="Gráfico 51">
              <a:extLst>
                <a:ext uri="{FF2B5EF4-FFF2-40B4-BE49-F238E27FC236}">
                  <a16:creationId xmlns:a16="http://schemas.microsoft.com/office/drawing/2014/main" id="{C7648ABB-394C-46DD-9C0E-9042F11FE4E0}"/>
                </a:ext>
              </a:extLst>
            </p:cNvPr>
            <p:cNvGrpSpPr/>
            <p:nvPr/>
          </p:nvGrpSpPr>
          <p:grpSpPr>
            <a:xfrm>
              <a:off x="5725570" y="3282508"/>
              <a:ext cx="380218" cy="793198"/>
              <a:chOff x="5725570" y="3282508"/>
              <a:chExt cx="380218" cy="793198"/>
            </a:xfrm>
            <a:grpFill/>
          </p:grpSpPr>
          <p:sp>
            <p:nvSpPr>
              <p:cNvPr id="38" name="Forma libre: forma 37">
                <a:extLst>
                  <a:ext uri="{FF2B5EF4-FFF2-40B4-BE49-F238E27FC236}">
                    <a16:creationId xmlns:a16="http://schemas.microsoft.com/office/drawing/2014/main" id="{3791C913-E8A4-4852-BDFE-1077076583A6}"/>
                  </a:ext>
                </a:extLst>
              </p:cNvPr>
              <p:cNvSpPr/>
              <p:nvPr/>
            </p:nvSpPr>
            <p:spPr>
              <a:xfrm>
                <a:off x="5725570" y="3282508"/>
                <a:ext cx="65579" cy="793198"/>
              </a:xfrm>
              <a:custGeom>
                <a:avLst/>
                <a:gdLst>
                  <a:gd name="connsiteX0" fmla="*/ 0 w 65579"/>
                  <a:gd name="connsiteY0" fmla="*/ 0 h 793198"/>
                  <a:gd name="connsiteX1" fmla="*/ 65579 w 65579"/>
                  <a:gd name="connsiteY1" fmla="*/ 0 h 793198"/>
                  <a:gd name="connsiteX2" fmla="*/ 65579 w 65579"/>
                  <a:gd name="connsiteY2" fmla="*/ 793198 h 793198"/>
                  <a:gd name="connsiteX3" fmla="*/ 0 w 65579"/>
                  <a:gd name="connsiteY3" fmla="*/ 793198 h 793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579" h="793198">
                    <a:moveTo>
                      <a:pt x="0" y="0"/>
                    </a:moveTo>
                    <a:lnTo>
                      <a:pt x="65579" y="0"/>
                    </a:lnTo>
                    <a:lnTo>
                      <a:pt x="65579" y="793198"/>
                    </a:lnTo>
                    <a:lnTo>
                      <a:pt x="0" y="793198"/>
                    </a:lnTo>
                    <a:close/>
                  </a:path>
                </a:pathLst>
              </a:custGeom>
              <a:grpFill/>
              <a:ln w="58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39" name="Forma libre: forma 38">
                <a:extLst>
                  <a:ext uri="{FF2B5EF4-FFF2-40B4-BE49-F238E27FC236}">
                    <a16:creationId xmlns:a16="http://schemas.microsoft.com/office/drawing/2014/main" id="{5335A90C-45F7-498A-9C85-93BB89D2BC73}"/>
                  </a:ext>
                </a:extLst>
              </p:cNvPr>
              <p:cNvSpPr/>
              <p:nvPr/>
            </p:nvSpPr>
            <p:spPr>
              <a:xfrm>
                <a:off x="5809076" y="3282508"/>
                <a:ext cx="104354" cy="793198"/>
              </a:xfrm>
              <a:custGeom>
                <a:avLst/>
                <a:gdLst>
                  <a:gd name="connsiteX0" fmla="*/ 0 w 104354"/>
                  <a:gd name="connsiteY0" fmla="*/ 0 h 793198"/>
                  <a:gd name="connsiteX1" fmla="*/ 104354 w 104354"/>
                  <a:gd name="connsiteY1" fmla="*/ 0 h 793198"/>
                  <a:gd name="connsiteX2" fmla="*/ 104354 w 104354"/>
                  <a:gd name="connsiteY2" fmla="*/ 793198 h 793198"/>
                  <a:gd name="connsiteX3" fmla="*/ 0 w 104354"/>
                  <a:gd name="connsiteY3" fmla="*/ 793198 h 793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354" h="793198">
                    <a:moveTo>
                      <a:pt x="0" y="0"/>
                    </a:moveTo>
                    <a:lnTo>
                      <a:pt x="104354" y="0"/>
                    </a:lnTo>
                    <a:lnTo>
                      <a:pt x="104354" y="793198"/>
                    </a:lnTo>
                    <a:lnTo>
                      <a:pt x="0" y="793198"/>
                    </a:lnTo>
                    <a:close/>
                  </a:path>
                </a:pathLst>
              </a:custGeom>
              <a:grpFill/>
              <a:ln w="58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0" name="Forma libre: forma 39">
                <a:extLst>
                  <a:ext uri="{FF2B5EF4-FFF2-40B4-BE49-F238E27FC236}">
                    <a16:creationId xmlns:a16="http://schemas.microsoft.com/office/drawing/2014/main" id="{30D15CF4-E216-459D-8F8F-76689A69BDB6}"/>
                  </a:ext>
                </a:extLst>
              </p:cNvPr>
              <p:cNvSpPr/>
              <p:nvPr/>
            </p:nvSpPr>
            <p:spPr>
              <a:xfrm>
                <a:off x="5935796" y="3939058"/>
                <a:ext cx="169991" cy="136647"/>
              </a:xfrm>
              <a:custGeom>
                <a:avLst/>
                <a:gdLst>
                  <a:gd name="connsiteX0" fmla="*/ 0 w 169991"/>
                  <a:gd name="connsiteY0" fmla="*/ 0 h 136647"/>
                  <a:gd name="connsiteX1" fmla="*/ 169992 w 169991"/>
                  <a:gd name="connsiteY1" fmla="*/ 0 h 136647"/>
                  <a:gd name="connsiteX2" fmla="*/ 169992 w 169991"/>
                  <a:gd name="connsiteY2" fmla="*/ 136648 h 136647"/>
                  <a:gd name="connsiteX3" fmla="*/ 0 w 169991"/>
                  <a:gd name="connsiteY3" fmla="*/ 136648 h 136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9991" h="136647">
                    <a:moveTo>
                      <a:pt x="0" y="0"/>
                    </a:moveTo>
                    <a:lnTo>
                      <a:pt x="169992" y="0"/>
                    </a:lnTo>
                    <a:lnTo>
                      <a:pt x="169992" y="136648"/>
                    </a:lnTo>
                    <a:lnTo>
                      <a:pt x="0" y="136648"/>
                    </a:lnTo>
                    <a:close/>
                  </a:path>
                </a:pathLst>
              </a:custGeom>
              <a:grpFill/>
              <a:ln w="58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</p:grp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7AF3DB26-EEB2-4BB8-8107-81072104BBBB}"/>
              </a:ext>
            </a:extLst>
          </p:cNvPr>
          <p:cNvGrpSpPr/>
          <p:nvPr userDrawn="1"/>
        </p:nvGrpSpPr>
        <p:grpSpPr>
          <a:xfrm>
            <a:off x="6519645" y="3132809"/>
            <a:ext cx="361932" cy="254308"/>
            <a:chOff x="5776912" y="3205162"/>
            <a:chExt cx="634555" cy="445864"/>
          </a:xfrm>
          <a:solidFill>
            <a:schemeClr val="accent1"/>
          </a:solidFill>
        </p:grpSpPr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155F7913-9443-4A0E-8E50-DCD083AFEB67}"/>
                </a:ext>
              </a:extLst>
            </p:cNvPr>
            <p:cNvSpPr/>
            <p:nvPr/>
          </p:nvSpPr>
          <p:spPr>
            <a:xfrm>
              <a:off x="5968269" y="3361419"/>
              <a:ext cx="443198" cy="289607"/>
            </a:xfrm>
            <a:custGeom>
              <a:avLst/>
              <a:gdLst>
                <a:gd name="connsiteX0" fmla="*/ 215932 w 443198"/>
                <a:gd name="connsiteY0" fmla="*/ 7763 h 289607"/>
                <a:gd name="connsiteX1" fmla="*/ 224314 w 443198"/>
                <a:gd name="connsiteY1" fmla="*/ 809 h 289607"/>
                <a:gd name="connsiteX2" fmla="*/ 227171 w 443198"/>
                <a:gd name="connsiteY2" fmla="*/ 7763 h 289607"/>
                <a:gd name="connsiteX3" fmla="*/ 227171 w 443198"/>
                <a:gd name="connsiteY3" fmla="*/ 239125 h 289607"/>
                <a:gd name="connsiteX4" fmla="*/ 241173 w 443198"/>
                <a:gd name="connsiteY4" fmla="*/ 239125 h 289607"/>
                <a:gd name="connsiteX5" fmla="*/ 241173 w 443198"/>
                <a:gd name="connsiteY5" fmla="*/ 258747 h 289607"/>
                <a:gd name="connsiteX6" fmla="*/ 288703 w 443198"/>
                <a:gd name="connsiteY6" fmla="*/ 261699 h 289607"/>
                <a:gd name="connsiteX7" fmla="*/ 288893 w 443198"/>
                <a:gd name="connsiteY7" fmla="*/ 281226 h 289607"/>
                <a:gd name="connsiteX8" fmla="*/ 330994 w 443198"/>
                <a:gd name="connsiteY8" fmla="*/ 281226 h 289607"/>
                <a:gd name="connsiteX9" fmla="*/ 255270 w 443198"/>
                <a:gd name="connsiteY9" fmla="*/ 63960 h 289607"/>
                <a:gd name="connsiteX10" fmla="*/ 268319 w 443198"/>
                <a:gd name="connsiteY10" fmla="*/ 32052 h 289607"/>
                <a:gd name="connsiteX11" fmla="*/ 331946 w 443198"/>
                <a:gd name="connsiteY11" fmla="*/ 31575 h 289607"/>
                <a:gd name="connsiteX12" fmla="*/ 443198 w 443198"/>
                <a:gd name="connsiteY12" fmla="*/ 289608 h 289607"/>
                <a:gd name="connsiteX13" fmla="*/ 0 w 443198"/>
                <a:gd name="connsiteY13" fmla="*/ 289608 h 289607"/>
                <a:gd name="connsiteX14" fmla="*/ 111157 w 443198"/>
                <a:gd name="connsiteY14" fmla="*/ 32052 h 289607"/>
                <a:gd name="connsiteX15" fmla="*/ 174879 w 443198"/>
                <a:gd name="connsiteY15" fmla="*/ 32052 h 289607"/>
                <a:gd name="connsiteX16" fmla="*/ 188024 w 443198"/>
                <a:gd name="connsiteY16" fmla="*/ 63960 h 289607"/>
                <a:gd name="connsiteX17" fmla="*/ 117824 w 443198"/>
                <a:gd name="connsiteY17" fmla="*/ 267129 h 289607"/>
                <a:gd name="connsiteX18" fmla="*/ 160782 w 443198"/>
                <a:gd name="connsiteY18" fmla="*/ 264271 h 289607"/>
                <a:gd name="connsiteX19" fmla="*/ 166688 w 443198"/>
                <a:gd name="connsiteY19" fmla="*/ 258461 h 289607"/>
                <a:gd name="connsiteX20" fmla="*/ 204788 w 443198"/>
                <a:gd name="connsiteY20" fmla="*/ 258651 h 289607"/>
                <a:gd name="connsiteX21" fmla="*/ 204788 w 443198"/>
                <a:gd name="connsiteY21" fmla="*/ 241792 h 289607"/>
                <a:gd name="connsiteX22" fmla="*/ 216027 w 443198"/>
                <a:gd name="connsiteY22" fmla="*/ 241792 h 289607"/>
                <a:gd name="connsiteX23" fmla="*/ 216027 w 443198"/>
                <a:gd name="connsiteY23" fmla="*/ 7667 h 289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43198" h="289607">
                  <a:moveTo>
                    <a:pt x="215932" y="7763"/>
                  </a:moveTo>
                  <a:cubicBezTo>
                    <a:pt x="216408" y="4905"/>
                    <a:pt x="220599" y="-2429"/>
                    <a:pt x="224314" y="809"/>
                  </a:cubicBezTo>
                  <a:cubicBezTo>
                    <a:pt x="223552" y="3477"/>
                    <a:pt x="227171" y="6715"/>
                    <a:pt x="227171" y="7763"/>
                  </a:cubicBezTo>
                  <a:lnTo>
                    <a:pt x="227171" y="239125"/>
                  </a:lnTo>
                  <a:lnTo>
                    <a:pt x="241173" y="239125"/>
                  </a:lnTo>
                  <a:cubicBezTo>
                    <a:pt x="241173" y="239125"/>
                    <a:pt x="241173" y="258747"/>
                    <a:pt x="241173" y="258747"/>
                  </a:cubicBezTo>
                  <a:lnTo>
                    <a:pt x="288703" y="261699"/>
                  </a:lnTo>
                  <a:lnTo>
                    <a:pt x="288893" y="281226"/>
                  </a:lnTo>
                  <a:lnTo>
                    <a:pt x="330994" y="281226"/>
                  </a:lnTo>
                  <a:lnTo>
                    <a:pt x="255270" y="63960"/>
                  </a:lnTo>
                  <a:lnTo>
                    <a:pt x="268319" y="32052"/>
                  </a:lnTo>
                  <a:lnTo>
                    <a:pt x="331946" y="31575"/>
                  </a:lnTo>
                  <a:lnTo>
                    <a:pt x="443198" y="289608"/>
                  </a:lnTo>
                  <a:lnTo>
                    <a:pt x="0" y="289608"/>
                  </a:lnTo>
                  <a:lnTo>
                    <a:pt x="111157" y="32052"/>
                  </a:lnTo>
                  <a:lnTo>
                    <a:pt x="174879" y="32052"/>
                  </a:lnTo>
                  <a:cubicBezTo>
                    <a:pt x="174879" y="32052"/>
                    <a:pt x="188024" y="63960"/>
                    <a:pt x="188024" y="63960"/>
                  </a:cubicBezTo>
                  <a:lnTo>
                    <a:pt x="117824" y="267129"/>
                  </a:lnTo>
                  <a:cubicBezTo>
                    <a:pt x="129826" y="265224"/>
                    <a:pt x="149924" y="266652"/>
                    <a:pt x="160782" y="264271"/>
                  </a:cubicBezTo>
                  <a:cubicBezTo>
                    <a:pt x="162973" y="263795"/>
                    <a:pt x="161544" y="259128"/>
                    <a:pt x="166688" y="258461"/>
                  </a:cubicBezTo>
                  <a:cubicBezTo>
                    <a:pt x="172974" y="257604"/>
                    <a:pt x="203454" y="260080"/>
                    <a:pt x="204788" y="258651"/>
                  </a:cubicBezTo>
                  <a:lnTo>
                    <a:pt x="204788" y="241792"/>
                  </a:lnTo>
                  <a:cubicBezTo>
                    <a:pt x="204788" y="241792"/>
                    <a:pt x="216027" y="241792"/>
                    <a:pt x="216027" y="241792"/>
                  </a:cubicBezTo>
                  <a:lnTo>
                    <a:pt x="216027" y="76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6AFBA7B8-C864-4A03-8058-09088DEA3935}"/>
                </a:ext>
              </a:extLst>
            </p:cNvPr>
            <p:cNvSpPr/>
            <p:nvPr/>
          </p:nvSpPr>
          <p:spPr>
            <a:xfrm>
              <a:off x="5776912" y="3205162"/>
              <a:ext cx="91916" cy="445769"/>
            </a:xfrm>
            <a:custGeom>
              <a:avLst/>
              <a:gdLst>
                <a:gd name="connsiteX0" fmla="*/ 91916 w 91916"/>
                <a:gd name="connsiteY0" fmla="*/ 0 h 445769"/>
                <a:gd name="connsiteX1" fmla="*/ 91916 w 91916"/>
                <a:gd name="connsiteY1" fmla="*/ 445770 h 445769"/>
                <a:gd name="connsiteX2" fmla="*/ 0 w 91916"/>
                <a:gd name="connsiteY2" fmla="*/ 445770 h 445769"/>
                <a:gd name="connsiteX3" fmla="*/ 0 w 91916"/>
                <a:gd name="connsiteY3" fmla="*/ 0 h 445769"/>
                <a:gd name="connsiteX4" fmla="*/ 91916 w 91916"/>
                <a:gd name="connsiteY4" fmla="*/ 0 h 445769"/>
                <a:gd name="connsiteX5" fmla="*/ 68104 w 91916"/>
                <a:gd name="connsiteY5" fmla="*/ 23813 h 445769"/>
                <a:gd name="connsiteX6" fmla="*/ 23813 w 91916"/>
                <a:gd name="connsiteY6" fmla="*/ 23813 h 445769"/>
                <a:gd name="connsiteX7" fmla="*/ 23813 w 91916"/>
                <a:gd name="connsiteY7" fmla="*/ 44291 h 445769"/>
                <a:gd name="connsiteX8" fmla="*/ 68104 w 91916"/>
                <a:gd name="connsiteY8" fmla="*/ 44291 h 445769"/>
                <a:gd name="connsiteX9" fmla="*/ 68104 w 91916"/>
                <a:gd name="connsiteY9" fmla="*/ 23813 h 445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916" h="445769">
                  <a:moveTo>
                    <a:pt x="91916" y="0"/>
                  </a:moveTo>
                  <a:lnTo>
                    <a:pt x="91916" y="445770"/>
                  </a:lnTo>
                  <a:lnTo>
                    <a:pt x="0" y="445770"/>
                  </a:lnTo>
                  <a:lnTo>
                    <a:pt x="0" y="0"/>
                  </a:lnTo>
                  <a:lnTo>
                    <a:pt x="91916" y="0"/>
                  </a:lnTo>
                  <a:close/>
                  <a:moveTo>
                    <a:pt x="68104" y="23813"/>
                  </a:moveTo>
                  <a:lnTo>
                    <a:pt x="23813" y="23813"/>
                  </a:lnTo>
                  <a:lnTo>
                    <a:pt x="23813" y="44291"/>
                  </a:lnTo>
                  <a:lnTo>
                    <a:pt x="68104" y="44291"/>
                  </a:lnTo>
                  <a:lnTo>
                    <a:pt x="68104" y="2381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E7CA0B21-9DDA-4849-A801-CCA440F919C8}"/>
                </a:ext>
              </a:extLst>
            </p:cNvPr>
            <p:cNvSpPr/>
            <p:nvPr/>
          </p:nvSpPr>
          <p:spPr>
            <a:xfrm>
              <a:off x="5916072" y="3234700"/>
              <a:ext cx="78295" cy="416326"/>
            </a:xfrm>
            <a:custGeom>
              <a:avLst/>
              <a:gdLst>
                <a:gd name="connsiteX0" fmla="*/ 0 w 78295"/>
                <a:gd name="connsiteY0" fmla="*/ 9609 h 416326"/>
                <a:gd name="connsiteX1" fmla="*/ 40862 w 78295"/>
                <a:gd name="connsiteY1" fmla="*/ 1132 h 416326"/>
                <a:gd name="connsiteX2" fmla="*/ 40862 w 78295"/>
                <a:gd name="connsiteY2" fmla="*/ 21516 h 416326"/>
                <a:gd name="connsiteX3" fmla="*/ 44291 w 78295"/>
                <a:gd name="connsiteY3" fmla="*/ 7895 h 416326"/>
                <a:gd name="connsiteX4" fmla="*/ 78296 w 78295"/>
                <a:gd name="connsiteY4" fmla="*/ 16467 h 416326"/>
                <a:gd name="connsiteX5" fmla="*/ 78296 w 78295"/>
                <a:gd name="connsiteY5" fmla="*/ 416327 h 416326"/>
                <a:gd name="connsiteX6" fmla="*/ 0 w 78295"/>
                <a:gd name="connsiteY6" fmla="*/ 416327 h 416326"/>
                <a:gd name="connsiteX7" fmla="*/ 0 w 78295"/>
                <a:gd name="connsiteY7" fmla="*/ 9609 h 416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295" h="416326">
                  <a:moveTo>
                    <a:pt x="0" y="9609"/>
                  </a:moveTo>
                  <a:cubicBezTo>
                    <a:pt x="10573" y="-2297"/>
                    <a:pt x="28861" y="-392"/>
                    <a:pt x="40862" y="1132"/>
                  </a:cubicBezTo>
                  <a:lnTo>
                    <a:pt x="40862" y="21516"/>
                  </a:lnTo>
                  <a:cubicBezTo>
                    <a:pt x="40862" y="21516"/>
                    <a:pt x="44291" y="7895"/>
                    <a:pt x="44291" y="7895"/>
                  </a:cubicBezTo>
                  <a:lnTo>
                    <a:pt x="78296" y="16467"/>
                  </a:lnTo>
                  <a:lnTo>
                    <a:pt x="78296" y="416327"/>
                  </a:lnTo>
                  <a:lnTo>
                    <a:pt x="0" y="416327"/>
                  </a:lnTo>
                  <a:lnTo>
                    <a:pt x="0" y="96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EF139201-5E56-400C-820E-60B1C3B412E1}"/>
              </a:ext>
            </a:extLst>
          </p:cNvPr>
          <p:cNvGrpSpPr/>
          <p:nvPr userDrawn="1"/>
        </p:nvGrpSpPr>
        <p:grpSpPr>
          <a:xfrm>
            <a:off x="6540328" y="4680532"/>
            <a:ext cx="320567" cy="285393"/>
            <a:chOff x="4715311" y="2214562"/>
            <a:chExt cx="2729193" cy="2429732"/>
          </a:xfrm>
          <a:solidFill>
            <a:schemeClr val="accent1"/>
          </a:solidFill>
        </p:grpSpPr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D02874B2-00C9-409E-B1C6-A7785AE303FC}"/>
                </a:ext>
              </a:extLst>
            </p:cNvPr>
            <p:cNvSpPr/>
            <p:nvPr/>
          </p:nvSpPr>
          <p:spPr>
            <a:xfrm>
              <a:off x="4715311" y="2741674"/>
              <a:ext cx="1342075" cy="1902620"/>
            </a:xfrm>
            <a:custGeom>
              <a:avLst/>
              <a:gdLst>
                <a:gd name="connsiteX0" fmla="*/ 1101471 w 1342072"/>
                <a:gd name="connsiteY0" fmla="*/ 1460087 h 1902618"/>
                <a:gd name="connsiteX1" fmla="*/ 1101471 w 1342072"/>
                <a:gd name="connsiteY1" fmla="*/ 1131094 h 1902618"/>
                <a:gd name="connsiteX2" fmla="*/ 804672 w 1342072"/>
                <a:gd name="connsiteY2" fmla="*/ 1131094 h 1902618"/>
                <a:gd name="connsiteX3" fmla="*/ 804672 w 1342072"/>
                <a:gd name="connsiteY3" fmla="*/ 1074801 h 1902618"/>
                <a:gd name="connsiteX4" fmla="*/ 804672 w 1342072"/>
                <a:gd name="connsiteY4" fmla="*/ 891921 h 1902618"/>
                <a:gd name="connsiteX5" fmla="*/ 804672 w 1342072"/>
                <a:gd name="connsiteY5" fmla="*/ 819817 h 1902618"/>
                <a:gd name="connsiteX6" fmla="*/ 564071 w 1342072"/>
                <a:gd name="connsiteY6" fmla="*/ 819817 h 1902618"/>
                <a:gd name="connsiteX7" fmla="*/ 564071 w 1342072"/>
                <a:gd name="connsiteY7" fmla="*/ 819626 h 1902618"/>
                <a:gd name="connsiteX8" fmla="*/ 564071 w 1342072"/>
                <a:gd name="connsiteY8" fmla="*/ 763333 h 1902618"/>
                <a:gd name="connsiteX9" fmla="*/ 564071 w 1342072"/>
                <a:gd name="connsiteY9" fmla="*/ 524637 h 1902618"/>
                <a:gd name="connsiteX10" fmla="*/ 564071 w 1342072"/>
                <a:gd name="connsiteY10" fmla="*/ 498634 h 1902618"/>
                <a:gd name="connsiteX11" fmla="*/ 323469 w 1342072"/>
                <a:gd name="connsiteY11" fmla="*/ 498634 h 1902618"/>
                <a:gd name="connsiteX12" fmla="*/ 323469 w 1342072"/>
                <a:gd name="connsiteY12" fmla="*/ 498539 h 1902618"/>
                <a:gd name="connsiteX13" fmla="*/ 323469 w 1342072"/>
                <a:gd name="connsiteY13" fmla="*/ 442246 h 1902618"/>
                <a:gd name="connsiteX14" fmla="*/ 323469 w 1342072"/>
                <a:gd name="connsiteY14" fmla="*/ 206121 h 1902618"/>
                <a:gd name="connsiteX15" fmla="*/ 121634 w 1342072"/>
                <a:gd name="connsiteY15" fmla="*/ 206121 h 1902618"/>
                <a:gd name="connsiteX16" fmla="*/ 121634 w 1342072"/>
                <a:gd name="connsiteY16" fmla="*/ 0 h 1902618"/>
                <a:gd name="connsiteX17" fmla="*/ 0 w 1342072"/>
                <a:gd name="connsiteY17" fmla="*/ 0 h 1902618"/>
                <a:gd name="connsiteX18" fmla="*/ 0 w 1342072"/>
                <a:gd name="connsiteY18" fmla="*/ 1902619 h 1902618"/>
                <a:gd name="connsiteX19" fmla="*/ 88868 w 1342072"/>
                <a:gd name="connsiteY19" fmla="*/ 1902619 h 1902618"/>
                <a:gd name="connsiteX20" fmla="*/ 121634 w 1342072"/>
                <a:gd name="connsiteY20" fmla="*/ 1902619 h 1902618"/>
                <a:gd name="connsiteX21" fmla="*/ 284893 w 1342072"/>
                <a:gd name="connsiteY21" fmla="*/ 1902619 h 1902618"/>
                <a:gd name="connsiteX22" fmla="*/ 323469 w 1342072"/>
                <a:gd name="connsiteY22" fmla="*/ 1902619 h 1902618"/>
                <a:gd name="connsiteX23" fmla="*/ 525494 w 1342072"/>
                <a:gd name="connsiteY23" fmla="*/ 1902619 h 1902618"/>
                <a:gd name="connsiteX24" fmla="*/ 564071 w 1342072"/>
                <a:gd name="connsiteY24" fmla="*/ 1902619 h 1902618"/>
                <a:gd name="connsiteX25" fmla="*/ 668560 w 1342072"/>
                <a:gd name="connsiteY25" fmla="*/ 1902619 h 1902618"/>
                <a:gd name="connsiteX26" fmla="*/ 804672 w 1342072"/>
                <a:gd name="connsiteY26" fmla="*/ 1902619 h 1902618"/>
                <a:gd name="connsiteX27" fmla="*/ 951262 w 1342072"/>
                <a:gd name="connsiteY27" fmla="*/ 1902619 h 1902618"/>
                <a:gd name="connsiteX28" fmla="*/ 1005269 w 1342072"/>
                <a:gd name="connsiteY28" fmla="*/ 1902619 h 1902618"/>
                <a:gd name="connsiteX29" fmla="*/ 1342073 w 1342072"/>
                <a:gd name="connsiteY29" fmla="*/ 1902619 h 1902618"/>
                <a:gd name="connsiteX30" fmla="*/ 1342073 w 1342072"/>
                <a:gd name="connsiteY30" fmla="*/ 1460087 h 1902618"/>
                <a:gd name="connsiteX31" fmla="*/ 1101471 w 1342072"/>
                <a:gd name="connsiteY31" fmla="*/ 1460087 h 1902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42072" h="1902618">
                  <a:moveTo>
                    <a:pt x="1101471" y="1460087"/>
                  </a:moveTo>
                  <a:lnTo>
                    <a:pt x="1101471" y="1131094"/>
                  </a:lnTo>
                  <a:lnTo>
                    <a:pt x="804672" y="1131094"/>
                  </a:lnTo>
                  <a:lnTo>
                    <a:pt x="804672" y="1074801"/>
                  </a:lnTo>
                  <a:lnTo>
                    <a:pt x="804672" y="891921"/>
                  </a:lnTo>
                  <a:lnTo>
                    <a:pt x="804672" y="819817"/>
                  </a:lnTo>
                  <a:lnTo>
                    <a:pt x="564071" y="819817"/>
                  </a:lnTo>
                  <a:lnTo>
                    <a:pt x="564071" y="819626"/>
                  </a:lnTo>
                  <a:lnTo>
                    <a:pt x="564071" y="763333"/>
                  </a:lnTo>
                  <a:lnTo>
                    <a:pt x="564071" y="524637"/>
                  </a:lnTo>
                  <a:lnTo>
                    <a:pt x="564071" y="498634"/>
                  </a:lnTo>
                  <a:lnTo>
                    <a:pt x="323469" y="498634"/>
                  </a:lnTo>
                  <a:lnTo>
                    <a:pt x="323469" y="498539"/>
                  </a:lnTo>
                  <a:lnTo>
                    <a:pt x="323469" y="442246"/>
                  </a:lnTo>
                  <a:lnTo>
                    <a:pt x="323469" y="206121"/>
                  </a:lnTo>
                  <a:lnTo>
                    <a:pt x="121634" y="206121"/>
                  </a:lnTo>
                  <a:lnTo>
                    <a:pt x="121634" y="0"/>
                  </a:lnTo>
                  <a:lnTo>
                    <a:pt x="0" y="0"/>
                  </a:lnTo>
                  <a:lnTo>
                    <a:pt x="0" y="1902619"/>
                  </a:lnTo>
                  <a:lnTo>
                    <a:pt x="88868" y="1902619"/>
                  </a:lnTo>
                  <a:lnTo>
                    <a:pt x="121634" y="1902619"/>
                  </a:lnTo>
                  <a:lnTo>
                    <a:pt x="284893" y="1902619"/>
                  </a:lnTo>
                  <a:lnTo>
                    <a:pt x="323469" y="1902619"/>
                  </a:lnTo>
                  <a:lnTo>
                    <a:pt x="525494" y="1902619"/>
                  </a:lnTo>
                  <a:lnTo>
                    <a:pt x="564071" y="1902619"/>
                  </a:lnTo>
                  <a:lnTo>
                    <a:pt x="668560" y="1902619"/>
                  </a:lnTo>
                  <a:lnTo>
                    <a:pt x="804672" y="1902619"/>
                  </a:lnTo>
                  <a:lnTo>
                    <a:pt x="951262" y="1902619"/>
                  </a:lnTo>
                  <a:lnTo>
                    <a:pt x="1005269" y="1902619"/>
                  </a:lnTo>
                  <a:lnTo>
                    <a:pt x="1342073" y="1902619"/>
                  </a:lnTo>
                  <a:lnTo>
                    <a:pt x="1342073" y="1460087"/>
                  </a:lnTo>
                  <a:lnTo>
                    <a:pt x="1101471" y="146008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grpSp>
          <p:nvGrpSpPr>
            <p:cNvPr id="47" name="Gráfico 97">
              <a:extLst>
                <a:ext uri="{FF2B5EF4-FFF2-40B4-BE49-F238E27FC236}">
                  <a16:creationId xmlns:a16="http://schemas.microsoft.com/office/drawing/2014/main" id="{8A4BB769-7DAE-4AD6-9276-80AC3B9A553F}"/>
                </a:ext>
              </a:extLst>
            </p:cNvPr>
            <p:cNvGrpSpPr/>
            <p:nvPr/>
          </p:nvGrpSpPr>
          <p:grpSpPr>
            <a:xfrm>
              <a:off x="6283166" y="2214562"/>
              <a:ext cx="1161338" cy="2429732"/>
              <a:chOff x="6283166" y="2214562"/>
              <a:chExt cx="1161338" cy="2429732"/>
            </a:xfrm>
            <a:grpFill/>
          </p:grpSpPr>
          <p:sp>
            <p:nvSpPr>
              <p:cNvPr id="48" name="Forma libre: forma 47">
                <a:extLst>
                  <a:ext uri="{FF2B5EF4-FFF2-40B4-BE49-F238E27FC236}">
                    <a16:creationId xmlns:a16="http://schemas.microsoft.com/office/drawing/2014/main" id="{0195AD52-7199-456A-B3A7-CF4F8845D493}"/>
                  </a:ext>
                </a:extLst>
              </p:cNvPr>
              <p:cNvSpPr/>
              <p:nvPr/>
            </p:nvSpPr>
            <p:spPr>
              <a:xfrm>
                <a:off x="6283166" y="3079527"/>
                <a:ext cx="416718" cy="1564766"/>
              </a:xfrm>
              <a:custGeom>
                <a:avLst/>
                <a:gdLst>
                  <a:gd name="connsiteX0" fmla="*/ 276511 w 416718"/>
                  <a:gd name="connsiteY0" fmla="*/ 0 h 1564766"/>
                  <a:gd name="connsiteX1" fmla="*/ 0 w 416718"/>
                  <a:gd name="connsiteY1" fmla="*/ 159829 h 1564766"/>
                  <a:gd name="connsiteX2" fmla="*/ 0 w 416718"/>
                  <a:gd name="connsiteY2" fmla="*/ 1564767 h 1564766"/>
                  <a:gd name="connsiteX3" fmla="*/ 201835 w 416718"/>
                  <a:gd name="connsiteY3" fmla="*/ 1564767 h 1564766"/>
                  <a:gd name="connsiteX4" fmla="*/ 276511 w 416718"/>
                  <a:gd name="connsiteY4" fmla="*/ 1564767 h 1564766"/>
                  <a:gd name="connsiteX5" fmla="*/ 416719 w 416718"/>
                  <a:gd name="connsiteY5" fmla="*/ 1564767 h 1564766"/>
                  <a:gd name="connsiteX6" fmla="*/ 416719 w 416718"/>
                  <a:gd name="connsiteY6" fmla="*/ 547783 h 1564766"/>
                  <a:gd name="connsiteX7" fmla="*/ 276511 w 416718"/>
                  <a:gd name="connsiteY7" fmla="*/ 392144 h 1564766"/>
                  <a:gd name="connsiteX8" fmla="*/ 276511 w 416718"/>
                  <a:gd name="connsiteY8" fmla="*/ 0 h 15647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6718" h="1564766">
                    <a:moveTo>
                      <a:pt x="276511" y="0"/>
                    </a:moveTo>
                    <a:lnTo>
                      <a:pt x="0" y="159829"/>
                    </a:lnTo>
                    <a:lnTo>
                      <a:pt x="0" y="1564767"/>
                    </a:lnTo>
                    <a:lnTo>
                      <a:pt x="201835" y="1564767"/>
                    </a:lnTo>
                    <a:lnTo>
                      <a:pt x="276511" y="1564767"/>
                    </a:lnTo>
                    <a:lnTo>
                      <a:pt x="416719" y="1564767"/>
                    </a:lnTo>
                    <a:lnTo>
                      <a:pt x="416719" y="547783"/>
                    </a:lnTo>
                    <a:lnTo>
                      <a:pt x="276511" y="392144"/>
                    </a:lnTo>
                    <a:lnTo>
                      <a:pt x="276511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49" name="Forma libre: forma 48">
                <a:extLst>
                  <a:ext uri="{FF2B5EF4-FFF2-40B4-BE49-F238E27FC236}">
                    <a16:creationId xmlns:a16="http://schemas.microsoft.com/office/drawing/2014/main" id="{6A08849D-40B4-4498-94ED-4482606F3718}"/>
                  </a:ext>
                </a:extLst>
              </p:cNvPr>
              <p:cNvSpPr/>
              <p:nvPr/>
            </p:nvSpPr>
            <p:spPr>
              <a:xfrm>
                <a:off x="6935965" y="2214562"/>
                <a:ext cx="508539" cy="2429732"/>
              </a:xfrm>
              <a:custGeom>
                <a:avLst/>
                <a:gdLst>
                  <a:gd name="connsiteX0" fmla="*/ 166306 w 508539"/>
                  <a:gd name="connsiteY0" fmla="*/ 0 h 2429732"/>
                  <a:gd name="connsiteX1" fmla="*/ 166306 w 508539"/>
                  <a:gd name="connsiteY1" fmla="*/ 513398 h 2429732"/>
                  <a:gd name="connsiteX2" fmla="*/ 0 w 508539"/>
                  <a:gd name="connsiteY2" fmla="*/ 807625 h 2429732"/>
                  <a:gd name="connsiteX3" fmla="*/ 0 w 508539"/>
                  <a:gd name="connsiteY3" fmla="*/ 2429732 h 2429732"/>
                  <a:gd name="connsiteX4" fmla="*/ 166306 w 508539"/>
                  <a:gd name="connsiteY4" fmla="*/ 2429732 h 2429732"/>
                  <a:gd name="connsiteX5" fmla="*/ 214979 w 508539"/>
                  <a:gd name="connsiteY5" fmla="*/ 2429732 h 2429732"/>
                  <a:gd name="connsiteX6" fmla="*/ 508540 w 508539"/>
                  <a:gd name="connsiteY6" fmla="*/ 2429732 h 2429732"/>
                  <a:gd name="connsiteX7" fmla="*/ 508540 w 508539"/>
                  <a:gd name="connsiteY7" fmla="*/ 373475 h 2429732"/>
                  <a:gd name="connsiteX8" fmla="*/ 166306 w 508539"/>
                  <a:gd name="connsiteY8" fmla="*/ 0 h 2429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8539" h="2429732">
                    <a:moveTo>
                      <a:pt x="166306" y="0"/>
                    </a:moveTo>
                    <a:lnTo>
                      <a:pt x="166306" y="513398"/>
                    </a:lnTo>
                    <a:lnTo>
                      <a:pt x="0" y="807625"/>
                    </a:lnTo>
                    <a:lnTo>
                      <a:pt x="0" y="2429732"/>
                    </a:lnTo>
                    <a:lnTo>
                      <a:pt x="166306" y="2429732"/>
                    </a:lnTo>
                    <a:lnTo>
                      <a:pt x="214979" y="2429732"/>
                    </a:lnTo>
                    <a:lnTo>
                      <a:pt x="508540" y="2429732"/>
                    </a:lnTo>
                    <a:lnTo>
                      <a:pt x="508540" y="373475"/>
                    </a:lnTo>
                    <a:lnTo>
                      <a:pt x="166306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31254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ndo Oscuro y destac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C53CC-B2F1-4207-B7AA-4839E83C9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72" y="2766218"/>
            <a:ext cx="7659255" cy="132556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359499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13881-A0E5-46E3-B3B9-46CF50767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42FEC5-8DFD-4948-9542-2FA7C2812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9FC371-758E-405F-92F0-EE26FABA9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CB1D-01DA-4583-842D-A47E0C390F44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A65381-46D9-4787-9D4E-674318B66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6B0E21-5EF1-421F-A636-050BDF84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0B99E-E96B-48CD-96A4-FCC22FFF25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60759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ndo Oscu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C53CC-B2F1-4207-B7AA-4839E83C9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372" y="2766218"/>
            <a:ext cx="7659255" cy="132556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08102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B6D6A0-3598-4070-8AAB-E2676622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F46710-05A8-4FDF-A062-B3CDC084E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C48A12-A658-434D-AFD9-1B7474DEB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ECB1D-01DA-4583-842D-A47E0C390F44}" type="datetimeFigureOut">
              <a:rPr lang="es-ES" smtClean="0"/>
              <a:t>22/05/2026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6FFB6C-9884-4774-B831-04DE0E112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9C5A78-DCAB-4045-9481-63A76198F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0B99E-E96B-48CD-96A4-FCC22FFF25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399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3" r:id="rId2"/>
    <p:sldLayoutId id="2147483664" r:id="rId3"/>
    <p:sldLayoutId id="2147483674" r:id="rId4"/>
    <p:sldLayoutId id="2147483675" r:id="rId5"/>
    <p:sldLayoutId id="2147483665" r:id="rId6"/>
    <p:sldLayoutId id="2147483678" r:id="rId7"/>
    <p:sldLayoutId id="2147483679" r:id="rId8"/>
    <p:sldLayoutId id="2147483667" r:id="rId9"/>
    <p:sldLayoutId id="2147483680" r:id="rId10"/>
    <p:sldLayoutId id="2147483649" r:id="rId11"/>
    <p:sldLayoutId id="2147483661" r:id="rId12"/>
    <p:sldLayoutId id="2147483676" r:id="rId13"/>
    <p:sldLayoutId id="2147483671" r:id="rId14"/>
    <p:sldLayoutId id="2147483662" r:id="rId15"/>
    <p:sldLayoutId id="2147483669" r:id="rId16"/>
    <p:sldLayoutId id="2147483650" r:id="rId17"/>
    <p:sldLayoutId id="2147483670" r:id="rId18"/>
    <p:sldLayoutId id="2147483681" r:id="rId19"/>
    <p:sldLayoutId id="2147483672" r:id="rId20"/>
    <p:sldLayoutId id="2147483682" r:id="rId21"/>
    <p:sldLayoutId id="2147483684" r:id="rId22"/>
    <p:sldLayoutId id="2147483685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nvertiacorp.sharepoint.com/:f:/s/BrandingyMarketingCorporativo/EsW3cs3540xKt-H0VmwBgLgBhmBUxhwXxLvQA1Xzie4kbw?e=5wniT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8.png"/><Relationship Id="rId21" Type="http://schemas.openxmlformats.org/officeDocument/2006/relationships/image" Target="../media/image33.svg"/><Relationship Id="rId42" Type="http://schemas.openxmlformats.org/officeDocument/2006/relationships/image" Target="../media/image54.png"/><Relationship Id="rId47" Type="http://schemas.openxmlformats.org/officeDocument/2006/relationships/image" Target="../media/image59.svg"/><Relationship Id="rId63" Type="http://schemas.openxmlformats.org/officeDocument/2006/relationships/image" Target="../media/image75.svg"/><Relationship Id="rId68" Type="http://schemas.openxmlformats.org/officeDocument/2006/relationships/image" Target="../media/image80.png"/><Relationship Id="rId84" Type="http://schemas.openxmlformats.org/officeDocument/2006/relationships/image" Target="../media/image96.png"/><Relationship Id="rId89" Type="http://schemas.openxmlformats.org/officeDocument/2006/relationships/image" Target="../media/image101.svg"/><Relationship Id="rId16" Type="http://schemas.openxmlformats.org/officeDocument/2006/relationships/image" Target="../media/image28.png"/><Relationship Id="rId11" Type="http://schemas.openxmlformats.org/officeDocument/2006/relationships/image" Target="../media/image23.svg"/><Relationship Id="rId32" Type="http://schemas.openxmlformats.org/officeDocument/2006/relationships/image" Target="../media/image44.png"/><Relationship Id="rId37" Type="http://schemas.openxmlformats.org/officeDocument/2006/relationships/image" Target="../media/image49.svg"/><Relationship Id="rId53" Type="http://schemas.openxmlformats.org/officeDocument/2006/relationships/image" Target="../media/image65.svg"/><Relationship Id="rId58" Type="http://schemas.openxmlformats.org/officeDocument/2006/relationships/image" Target="../media/image70.png"/><Relationship Id="rId74" Type="http://schemas.openxmlformats.org/officeDocument/2006/relationships/image" Target="../media/image86.png"/><Relationship Id="rId79" Type="http://schemas.openxmlformats.org/officeDocument/2006/relationships/image" Target="../media/image91.svg"/><Relationship Id="rId5" Type="http://schemas.openxmlformats.org/officeDocument/2006/relationships/image" Target="../media/image17.svg"/><Relationship Id="rId90" Type="http://schemas.openxmlformats.org/officeDocument/2006/relationships/image" Target="../media/image102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Relationship Id="rId27" Type="http://schemas.openxmlformats.org/officeDocument/2006/relationships/image" Target="../media/image39.svg"/><Relationship Id="rId30" Type="http://schemas.openxmlformats.org/officeDocument/2006/relationships/image" Target="../media/image42.png"/><Relationship Id="rId35" Type="http://schemas.openxmlformats.org/officeDocument/2006/relationships/image" Target="../media/image47.svg"/><Relationship Id="rId43" Type="http://schemas.openxmlformats.org/officeDocument/2006/relationships/image" Target="../media/image55.svg"/><Relationship Id="rId48" Type="http://schemas.openxmlformats.org/officeDocument/2006/relationships/image" Target="../media/image60.png"/><Relationship Id="rId56" Type="http://schemas.openxmlformats.org/officeDocument/2006/relationships/image" Target="../media/image68.png"/><Relationship Id="rId64" Type="http://schemas.openxmlformats.org/officeDocument/2006/relationships/image" Target="../media/image76.png"/><Relationship Id="rId69" Type="http://schemas.openxmlformats.org/officeDocument/2006/relationships/image" Target="../media/image81.svg"/><Relationship Id="rId77" Type="http://schemas.openxmlformats.org/officeDocument/2006/relationships/image" Target="../media/image89.svg"/><Relationship Id="rId8" Type="http://schemas.openxmlformats.org/officeDocument/2006/relationships/image" Target="../media/image20.png"/><Relationship Id="rId51" Type="http://schemas.openxmlformats.org/officeDocument/2006/relationships/image" Target="../media/image63.svg"/><Relationship Id="rId72" Type="http://schemas.openxmlformats.org/officeDocument/2006/relationships/image" Target="../media/image84.png"/><Relationship Id="rId80" Type="http://schemas.openxmlformats.org/officeDocument/2006/relationships/image" Target="../media/image92.png"/><Relationship Id="rId85" Type="http://schemas.openxmlformats.org/officeDocument/2006/relationships/image" Target="../media/image97.svg"/><Relationship Id="rId3" Type="http://schemas.openxmlformats.org/officeDocument/2006/relationships/image" Target="../media/image15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5" Type="http://schemas.openxmlformats.org/officeDocument/2006/relationships/image" Target="../media/image37.svg"/><Relationship Id="rId33" Type="http://schemas.openxmlformats.org/officeDocument/2006/relationships/image" Target="../media/image45.svg"/><Relationship Id="rId38" Type="http://schemas.openxmlformats.org/officeDocument/2006/relationships/image" Target="../media/image50.png"/><Relationship Id="rId46" Type="http://schemas.openxmlformats.org/officeDocument/2006/relationships/image" Target="../media/image58.png"/><Relationship Id="rId59" Type="http://schemas.openxmlformats.org/officeDocument/2006/relationships/image" Target="../media/image71.svg"/><Relationship Id="rId67" Type="http://schemas.openxmlformats.org/officeDocument/2006/relationships/image" Target="../media/image79.svg"/><Relationship Id="rId20" Type="http://schemas.openxmlformats.org/officeDocument/2006/relationships/image" Target="../media/image32.png"/><Relationship Id="rId41" Type="http://schemas.openxmlformats.org/officeDocument/2006/relationships/image" Target="../media/image53.svg"/><Relationship Id="rId54" Type="http://schemas.openxmlformats.org/officeDocument/2006/relationships/image" Target="../media/image66.png"/><Relationship Id="rId62" Type="http://schemas.openxmlformats.org/officeDocument/2006/relationships/image" Target="../media/image74.png"/><Relationship Id="rId70" Type="http://schemas.openxmlformats.org/officeDocument/2006/relationships/image" Target="../media/image82.png"/><Relationship Id="rId75" Type="http://schemas.openxmlformats.org/officeDocument/2006/relationships/image" Target="../media/image87.svg"/><Relationship Id="rId83" Type="http://schemas.openxmlformats.org/officeDocument/2006/relationships/image" Target="../media/image95.svg"/><Relationship Id="rId88" Type="http://schemas.openxmlformats.org/officeDocument/2006/relationships/image" Target="../media/image100.png"/><Relationship Id="rId91" Type="http://schemas.openxmlformats.org/officeDocument/2006/relationships/image" Target="../media/image103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15" Type="http://schemas.openxmlformats.org/officeDocument/2006/relationships/image" Target="../media/image27.svg"/><Relationship Id="rId23" Type="http://schemas.openxmlformats.org/officeDocument/2006/relationships/image" Target="../media/image35.svg"/><Relationship Id="rId28" Type="http://schemas.openxmlformats.org/officeDocument/2006/relationships/image" Target="../media/image40.png"/><Relationship Id="rId36" Type="http://schemas.openxmlformats.org/officeDocument/2006/relationships/image" Target="../media/image48.png"/><Relationship Id="rId49" Type="http://schemas.openxmlformats.org/officeDocument/2006/relationships/image" Target="../media/image61.svg"/><Relationship Id="rId57" Type="http://schemas.openxmlformats.org/officeDocument/2006/relationships/image" Target="../media/image69.svg"/><Relationship Id="rId10" Type="http://schemas.openxmlformats.org/officeDocument/2006/relationships/image" Target="../media/image22.png"/><Relationship Id="rId31" Type="http://schemas.openxmlformats.org/officeDocument/2006/relationships/image" Target="../media/image43.svg"/><Relationship Id="rId44" Type="http://schemas.openxmlformats.org/officeDocument/2006/relationships/image" Target="../media/image56.png"/><Relationship Id="rId52" Type="http://schemas.openxmlformats.org/officeDocument/2006/relationships/image" Target="../media/image64.png"/><Relationship Id="rId60" Type="http://schemas.openxmlformats.org/officeDocument/2006/relationships/image" Target="../media/image72.png"/><Relationship Id="rId65" Type="http://schemas.openxmlformats.org/officeDocument/2006/relationships/image" Target="../media/image77.svg"/><Relationship Id="rId73" Type="http://schemas.openxmlformats.org/officeDocument/2006/relationships/image" Target="../media/image85.svg"/><Relationship Id="rId78" Type="http://schemas.openxmlformats.org/officeDocument/2006/relationships/image" Target="../media/image90.png"/><Relationship Id="rId81" Type="http://schemas.openxmlformats.org/officeDocument/2006/relationships/image" Target="../media/image93.svg"/><Relationship Id="rId86" Type="http://schemas.openxmlformats.org/officeDocument/2006/relationships/image" Target="../media/image98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39" Type="http://schemas.openxmlformats.org/officeDocument/2006/relationships/image" Target="../media/image51.svg"/><Relationship Id="rId34" Type="http://schemas.openxmlformats.org/officeDocument/2006/relationships/image" Target="../media/image46.png"/><Relationship Id="rId50" Type="http://schemas.openxmlformats.org/officeDocument/2006/relationships/image" Target="../media/image62.png"/><Relationship Id="rId55" Type="http://schemas.openxmlformats.org/officeDocument/2006/relationships/image" Target="../media/image67.svg"/><Relationship Id="rId76" Type="http://schemas.openxmlformats.org/officeDocument/2006/relationships/image" Target="../media/image88.png"/><Relationship Id="rId7" Type="http://schemas.openxmlformats.org/officeDocument/2006/relationships/image" Target="../media/image19.svg"/><Relationship Id="rId71" Type="http://schemas.openxmlformats.org/officeDocument/2006/relationships/image" Target="../media/image83.svg"/><Relationship Id="rId2" Type="http://schemas.openxmlformats.org/officeDocument/2006/relationships/image" Target="../media/image14.png"/><Relationship Id="rId29" Type="http://schemas.openxmlformats.org/officeDocument/2006/relationships/image" Target="../media/image41.svg"/><Relationship Id="rId24" Type="http://schemas.openxmlformats.org/officeDocument/2006/relationships/image" Target="../media/image36.png"/><Relationship Id="rId40" Type="http://schemas.openxmlformats.org/officeDocument/2006/relationships/image" Target="../media/image52.png"/><Relationship Id="rId45" Type="http://schemas.openxmlformats.org/officeDocument/2006/relationships/image" Target="../media/image57.svg"/><Relationship Id="rId66" Type="http://schemas.openxmlformats.org/officeDocument/2006/relationships/image" Target="../media/image78.png"/><Relationship Id="rId87" Type="http://schemas.openxmlformats.org/officeDocument/2006/relationships/image" Target="../media/image99.svg"/><Relationship Id="rId61" Type="http://schemas.openxmlformats.org/officeDocument/2006/relationships/image" Target="../media/image73.svg"/><Relationship Id="rId82" Type="http://schemas.openxmlformats.org/officeDocument/2006/relationships/image" Target="../media/image94.png"/><Relationship Id="rId19" Type="http://schemas.openxmlformats.org/officeDocument/2006/relationships/image" Target="../media/image3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9.svg"/><Relationship Id="rId3" Type="http://schemas.openxmlformats.org/officeDocument/2006/relationships/image" Target="../media/image43.svg"/><Relationship Id="rId7" Type="http://schemas.openxmlformats.org/officeDocument/2006/relationships/image" Target="../media/image105.svg"/><Relationship Id="rId12" Type="http://schemas.openxmlformats.org/officeDocument/2006/relationships/image" Target="../media/image48.png"/><Relationship Id="rId17" Type="http://schemas.openxmlformats.org/officeDocument/2006/relationships/image" Target="../media/image109.svg"/><Relationship Id="rId2" Type="http://schemas.openxmlformats.org/officeDocument/2006/relationships/image" Target="../media/image42.png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4.png"/><Relationship Id="rId11" Type="http://schemas.openxmlformats.org/officeDocument/2006/relationships/image" Target="../media/image107.svg"/><Relationship Id="rId5" Type="http://schemas.openxmlformats.org/officeDocument/2006/relationships/image" Target="../media/image45.svg"/><Relationship Id="rId15" Type="http://schemas.openxmlformats.org/officeDocument/2006/relationships/image" Target="../media/image63.svg"/><Relationship Id="rId10" Type="http://schemas.openxmlformats.org/officeDocument/2006/relationships/image" Target="../media/image106.png"/><Relationship Id="rId4" Type="http://schemas.openxmlformats.org/officeDocument/2006/relationships/image" Target="../media/image44.png"/><Relationship Id="rId9" Type="http://schemas.openxmlformats.org/officeDocument/2006/relationships/image" Target="../media/image47.svg"/><Relationship Id="rId1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svg"/><Relationship Id="rId18" Type="http://schemas.openxmlformats.org/officeDocument/2006/relationships/image" Target="../media/image6.png"/><Relationship Id="rId3" Type="http://schemas.openxmlformats.org/officeDocument/2006/relationships/image" Target="../media/image111.svg"/><Relationship Id="rId21" Type="http://schemas.openxmlformats.org/officeDocument/2006/relationships/image" Target="../media/image127.svg"/><Relationship Id="rId7" Type="http://schemas.openxmlformats.org/officeDocument/2006/relationships/image" Target="../media/image115.svg"/><Relationship Id="rId12" Type="http://schemas.openxmlformats.org/officeDocument/2006/relationships/image" Target="../media/image120.png"/><Relationship Id="rId17" Type="http://schemas.openxmlformats.org/officeDocument/2006/relationships/image" Target="../media/image125.svg"/><Relationship Id="rId25" Type="http://schemas.openxmlformats.org/officeDocument/2006/relationships/image" Target="../media/image131.svg"/><Relationship Id="rId2" Type="http://schemas.openxmlformats.org/officeDocument/2006/relationships/image" Target="../media/image110.png"/><Relationship Id="rId16" Type="http://schemas.openxmlformats.org/officeDocument/2006/relationships/image" Target="../media/image124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4.png"/><Relationship Id="rId11" Type="http://schemas.openxmlformats.org/officeDocument/2006/relationships/image" Target="../media/image119.svg"/><Relationship Id="rId24" Type="http://schemas.openxmlformats.org/officeDocument/2006/relationships/image" Target="../media/image130.png"/><Relationship Id="rId5" Type="http://schemas.openxmlformats.org/officeDocument/2006/relationships/image" Target="../media/image113.svg"/><Relationship Id="rId15" Type="http://schemas.openxmlformats.org/officeDocument/2006/relationships/image" Target="../media/image123.svg"/><Relationship Id="rId23" Type="http://schemas.openxmlformats.org/officeDocument/2006/relationships/image" Target="../media/image129.svg"/><Relationship Id="rId10" Type="http://schemas.openxmlformats.org/officeDocument/2006/relationships/image" Target="../media/image118.png"/><Relationship Id="rId19" Type="http://schemas.openxmlformats.org/officeDocument/2006/relationships/image" Target="../media/image7.svg"/><Relationship Id="rId4" Type="http://schemas.openxmlformats.org/officeDocument/2006/relationships/image" Target="../media/image112.png"/><Relationship Id="rId9" Type="http://schemas.openxmlformats.org/officeDocument/2006/relationships/image" Target="../media/image117.svg"/><Relationship Id="rId14" Type="http://schemas.openxmlformats.org/officeDocument/2006/relationships/image" Target="../media/image122.png"/><Relationship Id="rId22" Type="http://schemas.openxmlformats.org/officeDocument/2006/relationships/image" Target="../media/image1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svg"/><Relationship Id="rId7" Type="http://schemas.openxmlformats.org/officeDocument/2006/relationships/image" Target="../media/image137.sv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6.png"/><Relationship Id="rId5" Type="http://schemas.openxmlformats.org/officeDocument/2006/relationships/image" Target="../media/image135.svg"/><Relationship Id="rId4" Type="http://schemas.openxmlformats.org/officeDocument/2006/relationships/image" Target="../media/image134.png"/><Relationship Id="rId9" Type="http://schemas.openxmlformats.org/officeDocument/2006/relationships/image" Target="../media/image139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svg"/><Relationship Id="rId13" Type="http://schemas.openxmlformats.org/officeDocument/2006/relationships/image" Target="../media/image149.png"/><Relationship Id="rId18" Type="http://schemas.openxmlformats.org/officeDocument/2006/relationships/image" Target="../media/image154.svg"/><Relationship Id="rId3" Type="http://schemas.openxmlformats.org/officeDocument/2006/relationships/image" Target="../media/image141.svg"/><Relationship Id="rId7" Type="http://schemas.openxmlformats.org/officeDocument/2006/relationships/image" Target="../media/image145.png"/><Relationship Id="rId12" Type="http://schemas.openxmlformats.org/officeDocument/2006/relationships/image" Target="../media/image109.svg"/><Relationship Id="rId17" Type="http://schemas.openxmlformats.org/officeDocument/2006/relationships/image" Target="../media/image153.png"/><Relationship Id="rId2" Type="http://schemas.openxmlformats.org/officeDocument/2006/relationships/image" Target="../media/image140.png"/><Relationship Id="rId16" Type="http://schemas.openxmlformats.org/officeDocument/2006/relationships/image" Target="../media/image152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4.svg"/><Relationship Id="rId11" Type="http://schemas.openxmlformats.org/officeDocument/2006/relationships/image" Target="../media/image108.png"/><Relationship Id="rId5" Type="http://schemas.openxmlformats.org/officeDocument/2006/relationships/image" Target="../media/image143.png"/><Relationship Id="rId15" Type="http://schemas.openxmlformats.org/officeDocument/2006/relationships/image" Target="../media/image151.png"/><Relationship Id="rId10" Type="http://schemas.openxmlformats.org/officeDocument/2006/relationships/image" Target="../media/image148.svg"/><Relationship Id="rId19" Type="http://schemas.openxmlformats.org/officeDocument/2006/relationships/image" Target="../media/image155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Relationship Id="rId14" Type="http://schemas.openxmlformats.org/officeDocument/2006/relationships/image" Target="../media/image150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svg"/><Relationship Id="rId13" Type="http://schemas.openxmlformats.org/officeDocument/2006/relationships/image" Target="../media/image162.png"/><Relationship Id="rId18" Type="http://schemas.openxmlformats.org/officeDocument/2006/relationships/image" Target="../media/image167.png"/><Relationship Id="rId3" Type="http://schemas.openxmlformats.org/officeDocument/2006/relationships/image" Target="../media/image156.png"/><Relationship Id="rId7" Type="http://schemas.openxmlformats.org/officeDocument/2006/relationships/image" Target="../media/image143.png"/><Relationship Id="rId12" Type="http://schemas.openxmlformats.org/officeDocument/2006/relationships/image" Target="../media/image161.png"/><Relationship Id="rId17" Type="http://schemas.openxmlformats.org/officeDocument/2006/relationships/image" Target="../media/image16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7.png"/><Relationship Id="rId11" Type="http://schemas.openxmlformats.org/officeDocument/2006/relationships/image" Target="../media/image160.png"/><Relationship Id="rId5" Type="http://schemas.openxmlformats.org/officeDocument/2006/relationships/image" Target="../media/image155.png"/><Relationship Id="rId15" Type="http://schemas.openxmlformats.org/officeDocument/2006/relationships/image" Target="../media/image164.png"/><Relationship Id="rId10" Type="http://schemas.openxmlformats.org/officeDocument/2006/relationships/image" Target="../media/image159.svg"/><Relationship Id="rId4" Type="http://schemas.openxmlformats.org/officeDocument/2006/relationships/image" Target="../media/image142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svg"/><Relationship Id="rId7" Type="http://schemas.openxmlformats.org/officeDocument/2006/relationships/image" Target="../media/image173.sv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2.png"/><Relationship Id="rId5" Type="http://schemas.openxmlformats.org/officeDocument/2006/relationships/image" Target="../media/image171.svg"/><Relationship Id="rId4" Type="http://schemas.openxmlformats.org/officeDocument/2006/relationships/image" Target="../media/image1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sv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78.svg"/><Relationship Id="rId4" Type="http://schemas.openxmlformats.org/officeDocument/2006/relationships/image" Target="../media/image17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sv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svg"/><Relationship Id="rId13" Type="http://schemas.openxmlformats.org/officeDocument/2006/relationships/image" Target="../media/image192.png"/><Relationship Id="rId3" Type="http://schemas.openxmlformats.org/officeDocument/2006/relationships/image" Target="../media/image182.png"/><Relationship Id="rId7" Type="http://schemas.openxmlformats.org/officeDocument/2006/relationships/image" Target="../media/image186.png"/><Relationship Id="rId12" Type="http://schemas.openxmlformats.org/officeDocument/2006/relationships/image" Target="../media/image191.sv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85.svg"/><Relationship Id="rId11" Type="http://schemas.openxmlformats.org/officeDocument/2006/relationships/image" Target="../media/image190.png"/><Relationship Id="rId5" Type="http://schemas.openxmlformats.org/officeDocument/2006/relationships/image" Target="../media/image184.png"/><Relationship Id="rId10" Type="http://schemas.openxmlformats.org/officeDocument/2006/relationships/image" Target="../media/image189.svg"/><Relationship Id="rId4" Type="http://schemas.openxmlformats.org/officeDocument/2006/relationships/image" Target="../media/image183.svg"/><Relationship Id="rId9" Type="http://schemas.openxmlformats.org/officeDocument/2006/relationships/image" Target="../media/image18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17.svg"/><Relationship Id="rId18" Type="http://schemas.openxmlformats.org/officeDocument/2006/relationships/image" Target="../media/image30.png"/><Relationship Id="rId3" Type="http://schemas.openxmlformats.org/officeDocument/2006/relationships/image" Target="../media/image39.svg"/><Relationship Id="rId21" Type="http://schemas.openxmlformats.org/officeDocument/2006/relationships/image" Target="../media/image41.svg"/><Relationship Id="rId7" Type="http://schemas.openxmlformats.org/officeDocument/2006/relationships/image" Target="../media/image25.svg"/><Relationship Id="rId12" Type="http://schemas.openxmlformats.org/officeDocument/2006/relationships/image" Target="../media/image16.png"/><Relationship Id="rId17" Type="http://schemas.openxmlformats.org/officeDocument/2006/relationships/image" Target="../media/image29.svg"/><Relationship Id="rId2" Type="http://schemas.openxmlformats.org/officeDocument/2006/relationships/image" Target="../media/image38.png"/><Relationship Id="rId16" Type="http://schemas.openxmlformats.org/officeDocument/2006/relationships/image" Target="../media/image28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11" Type="http://schemas.openxmlformats.org/officeDocument/2006/relationships/image" Target="../media/image21.svg"/><Relationship Id="rId5" Type="http://schemas.openxmlformats.org/officeDocument/2006/relationships/image" Target="../media/image33.svg"/><Relationship Id="rId15" Type="http://schemas.openxmlformats.org/officeDocument/2006/relationships/image" Target="../media/image37.svg"/><Relationship Id="rId10" Type="http://schemas.openxmlformats.org/officeDocument/2006/relationships/image" Target="../media/image20.png"/><Relationship Id="rId19" Type="http://schemas.openxmlformats.org/officeDocument/2006/relationships/image" Target="../media/image31.svg"/><Relationship Id="rId4" Type="http://schemas.openxmlformats.org/officeDocument/2006/relationships/image" Target="../media/image32.png"/><Relationship Id="rId9" Type="http://schemas.openxmlformats.org/officeDocument/2006/relationships/image" Target="../media/image35.svg"/><Relationship Id="rId1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17.svg"/><Relationship Id="rId18" Type="http://schemas.openxmlformats.org/officeDocument/2006/relationships/image" Target="../media/image30.png"/><Relationship Id="rId26" Type="http://schemas.openxmlformats.org/officeDocument/2006/relationships/image" Target="../media/image198.png"/><Relationship Id="rId3" Type="http://schemas.openxmlformats.org/officeDocument/2006/relationships/image" Target="../media/image39.svg"/><Relationship Id="rId21" Type="http://schemas.openxmlformats.org/officeDocument/2006/relationships/image" Target="../media/image41.svg"/><Relationship Id="rId7" Type="http://schemas.openxmlformats.org/officeDocument/2006/relationships/image" Target="../media/image25.svg"/><Relationship Id="rId12" Type="http://schemas.openxmlformats.org/officeDocument/2006/relationships/image" Target="../media/image16.png"/><Relationship Id="rId17" Type="http://schemas.openxmlformats.org/officeDocument/2006/relationships/image" Target="../media/image29.svg"/><Relationship Id="rId25" Type="http://schemas.openxmlformats.org/officeDocument/2006/relationships/image" Target="../media/image197.svg"/><Relationship Id="rId2" Type="http://schemas.openxmlformats.org/officeDocument/2006/relationships/image" Target="../media/image38.png"/><Relationship Id="rId16" Type="http://schemas.openxmlformats.org/officeDocument/2006/relationships/image" Target="../media/image28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11" Type="http://schemas.openxmlformats.org/officeDocument/2006/relationships/image" Target="../media/image21.svg"/><Relationship Id="rId24" Type="http://schemas.openxmlformats.org/officeDocument/2006/relationships/image" Target="../media/image196.png"/><Relationship Id="rId5" Type="http://schemas.openxmlformats.org/officeDocument/2006/relationships/image" Target="../media/image33.svg"/><Relationship Id="rId15" Type="http://schemas.openxmlformats.org/officeDocument/2006/relationships/image" Target="../media/image37.svg"/><Relationship Id="rId23" Type="http://schemas.openxmlformats.org/officeDocument/2006/relationships/image" Target="../media/image195.svg"/><Relationship Id="rId10" Type="http://schemas.openxmlformats.org/officeDocument/2006/relationships/image" Target="../media/image20.png"/><Relationship Id="rId19" Type="http://schemas.openxmlformats.org/officeDocument/2006/relationships/image" Target="../media/image31.svg"/><Relationship Id="rId4" Type="http://schemas.openxmlformats.org/officeDocument/2006/relationships/image" Target="../media/image32.png"/><Relationship Id="rId9" Type="http://schemas.openxmlformats.org/officeDocument/2006/relationships/image" Target="../media/image35.svg"/><Relationship Id="rId14" Type="http://schemas.openxmlformats.org/officeDocument/2006/relationships/image" Target="../media/image36.png"/><Relationship Id="rId22" Type="http://schemas.openxmlformats.org/officeDocument/2006/relationships/image" Target="../media/image194.png"/><Relationship Id="rId27" Type="http://schemas.openxmlformats.org/officeDocument/2006/relationships/image" Target="../media/image199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209.png"/><Relationship Id="rId3" Type="http://schemas.openxmlformats.org/officeDocument/2006/relationships/image" Target="../media/image201.png"/><Relationship Id="rId7" Type="http://schemas.openxmlformats.org/officeDocument/2006/relationships/image" Target="../media/image204.png"/><Relationship Id="rId12" Type="http://schemas.openxmlformats.org/officeDocument/2006/relationships/image" Target="../media/image208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3.png"/><Relationship Id="rId11" Type="http://schemas.openxmlformats.org/officeDocument/2006/relationships/image" Target="../media/image207.png"/><Relationship Id="rId5" Type="http://schemas.openxmlformats.org/officeDocument/2006/relationships/image" Target="../media/image202.png"/><Relationship Id="rId10" Type="http://schemas.microsoft.com/office/2007/relationships/hdphoto" Target="../media/hdphoto2.wdp"/><Relationship Id="rId4" Type="http://schemas.microsoft.com/office/2007/relationships/hdphoto" Target="../media/hdphoto1.wdp"/><Relationship Id="rId9" Type="http://schemas.openxmlformats.org/officeDocument/2006/relationships/image" Target="../media/image206.png"/><Relationship Id="rId14" Type="http://schemas.microsoft.com/office/2007/relationships/hdphoto" Target="../media/hdphoto3.wdp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13" Type="http://schemas.openxmlformats.org/officeDocument/2006/relationships/image" Target="../media/image221.png"/><Relationship Id="rId18" Type="http://schemas.openxmlformats.org/officeDocument/2006/relationships/image" Target="../media/image224.png"/><Relationship Id="rId26" Type="http://schemas.openxmlformats.org/officeDocument/2006/relationships/image" Target="../media/image228.png"/><Relationship Id="rId3" Type="http://schemas.openxmlformats.org/officeDocument/2006/relationships/image" Target="../media/image211.svg"/><Relationship Id="rId21" Type="http://schemas.microsoft.com/office/2007/relationships/hdphoto" Target="../media/hdphoto7.wdp"/><Relationship Id="rId7" Type="http://schemas.openxmlformats.org/officeDocument/2006/relationships/image" Target="../media/image215.png"/><Relationship Id="rId12" Type="http://schemas.openxmlformats.org/officeDocument/2006/relationships/image" Target="../media/image220.png"/><Relationship Id="rId17" Type="http://schemas.microsoft.com/office/2007/relationships/hdphoto" Target="../media/hdphoto5.wdp"/><Relationship Id="rId25" Type="http://schemas.microsoft.com/office/2007/relationships/hdphoto" Target="../media/hdphoto9.wdp"/><Relationship Id="rId2" Type="http://schemas.openxmlformats.org/officeDocument/2006/relationships/image" Target="../media/image210.png"/><Relationship Id="rId16" Type="http://schemas.openxmlformats.org/officeDocument/2006/relationships/image" Target="../media/image223.png"/><Relationship Id="rId20" Type="http://schemas.openxmlformats.org/officeDocument/2006/relationships/image" Target="../media/image225.png"/><Relationship Id="rId29" Type="http://schemas.openxmlformats.org/officeDocument/2006/relationships/image" Target="../media/image2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4.png"/><Relationship Id="rId11" Type="http://schemas.openxmlformats.org/officeDocument/2006/relationships/image" Target="../media/image219.png"/><Relationship Id="rId24" Type="http://schemas.openxmlformats.org/officeDocument/2006/relationships/image" Target="../media/image227.png"/><Relationship Id="rId5" Type="http://schemas.openxmlformats.org/officeDocument/2006/relationships/image" Target="../media/image213.svg"/><Relationship Id="rId15" Type="http://schemas.microsoft.com/office/2007/relationships/hdphoto" Target="../media/hdphoto4.wdp"/><Relationship Id="rId23" Type="http://schemas.microsoft.com/office/2007/relationships/hdphoto" Target="../media/hdphoto8.wdp"/><Relationship Id="rId28" Type="http://schemas.microsoft.com/office/2007/relationships/hdphoto" Target="../media/hdphoto10.wdp"/><Relationship Id="rId10" Type="http://schemas.openxmlformats.org/officeDocument/2006/relationships/image" Target="../media/image218.png"/><Relationship Id="rId19" Type="http://schemas.microsoft.com/office/2007/relationships/hdphoto" Target="../media/hdphoto6.wdp"/><Relationship Id="rId31" Type="http://schemas.openxmlformats.org/officeDocument/2006/relationships/image" Target="../media/image232.png"/><Relationship Id="rId4" Type="http://schemas.openxmlformats.org/officeDocument/2006/relationships/image" Target="../media/image212.png"/><Relationship Id="rId9" Type="http://schemas.openxmlformats.org/officeDocument/2006/relationships/image" Target="../media/image217.svg"/><Relationship Id="rId14" Type="http://schemas.openxmlformats.org/officeDocument/2006/relationships/image" Target="../media/image222.png"/><Relationship Id="rId22" Type="http://schemas.openxmlformats.org/officeDocument/2006/relationships/image" Target="../media/image226.png"/><Relationship Id="rId27" Type="http://schemas.openxmlformats.org/officeDocument/2006/relationships/image" Target="../media/image229.png"/><Relationship Id="rId30" Type="http://schemas.openxmlformats.org/officeDocument/2006/relationships/image" Target="../media/image23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sv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jpe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7.png"/><Relationship Id="rId18" Type="http://schemas.openxmlformats.org/officeDocument/2006/relationships/image" Target="../media/image252.svg"/><Relationship Id="rId26" Type="http://schemas.openxmlformats.org/officeDocument/2006/relationships/image" Target="../media/image258.svg"/><Relationship Id="rId21" Type="http://schemas.openxmlformats.org/officeDocument/2006/relationships/image" Target="../media/image174.png"/><Relationship Id="rId34" Type="http://schemas.openxmlformats.org/officeDocument/2006/relationships/image" Target="../media/image264.svg"/><Relationship Id="rId7" Type="http://schemas.openxmlformats.org/officeDocument/2006/relationships/image" Target="../media/image241.png"/><Relationship Id="rId12" Type="http://schemas.openxmlformats.org/officeDocument/2006/relationships/image" Target="../media/image246.svg"/><Relationship Id="rId17" Type="http://schemas.openxmlformats.org/officeDocument/2006/relationships/image" Target="../media/image251.png"/><Relationship Id="rId25" Type="http://schemas.openxmlformats.org/officeDocument/2006/relationships/image" Target="../media/image257.png"/><Relationship Id="rId33" Type="http://schemas.openxmlformats.org/officeDocument/2006/relationships/image" Target="../media/image263.png"/><Relationship Id="rId38" Type="http://schemas.openxmlformats.org/officeDocument/2006/relationships/image" Target="../media/image268.svg"/><Relationship Id="rId2" Type="http://schemas.openxmlformats.org/officeDocument/2006/relationships/image" Target="../media/image236.png"/><Relationship Id="rId16" Type="http://schemas.openxmlformats.org/officeDocument/2006/relationships/image" Target="../media/image250.svg"/><Relationship Id="rId20" Type="http://schemas.openxmlformats.org/officeDocument/2006/relationships/image" Target="../media/image254.svg"/><Relationship Id="rId29" Type="http://schemas.openxmlformats.org/officeDocument/2006/relationships/image" Target="../media/image25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0.svg"/><Relationship Id="rId11" Type="http://schemas.openxmlformats.org/officeDocument/2006/relationships/image" Target="../media/image245.png"/><Relationship Id="rId24" Type="http://schemas.openxmlformats.org/officeDocument/2006/relationships/image" Target="../media/image256.svg"/><Relationship Id="rId32" Type="http://schemas.openxmlformats.org/officeDocument/2006/relationships/image" Target="../media/image262.svg"/><Relationship Id="rId37" Type="http://schemas.openxmlformats.org/officeDocument/2006/relationships/image" Target="../media/image267.png"/><Relationship Id="rId5" Type="http://schemas.openxmlformats.org/officeDocument/2006/relationships/image" Target="../media/image239.png"/><Relationship Id="rId15" Type="http://schemas.openxmlformats.org/officeDocument/2006/relationships/image" Target="../media/image249.png"/><Relationship Id="rId23" Type="http://schemas.openxmlformats.org/officeDocument/2006/relationships/image" Target="../media/image255.png"/><Relationship Id="rId28" Type="http://schemas.openxmlformats.org/officeDocument/2006/relationships/image" Target="../media/image141.svg"/><Relationship Id="rId36" Type="http://schemas.openxmlformats.org/officeDocument/2006/relationships/image" Target="../media/image266.svg"/><Relationship Id="rId10" Type="http://schemas.openxmlformats.org/officeDocument/2006/relationships/image" Target="../media/image244.svg"/><Relationship Id="rId19" Type="http://schemas.openxmlformats.org/officeDocument/2006/relationships/image" Target="../media/image253.png"/><Relationship Id="rId31" Type="http://schemas.openxmlformats.org/officeDocument/2006/relationships/image" Target="../media/image261.png"/><Relationship Id="rId4" Type="http://schemas.openxmlformats.org/officeDocument/2006/relationships/image" Target="../media/image238.svg"/><Relationship Id="rId9" Type="http://schemas.openxmlformats.org/officeDocument/2006/relationships/image" Target="../media/image243.png"/><Relationship Id="rId14" Type="http://schemas.openxmlformats.org/officeDocument/2006/relationships/image" Target="../media/image248.svg"/><Relationship Id="rId22" Type="http://schemas.openxmlformats.org/officeDocument/2006/relationships/image" Target="../media/image175.svg"/><Relationship Id="rId27" Type="http://schemas.openxmlformats.org/officeDocument/2006/relationships/image" Target="../media/image140.png"/><Relationship Id="rId30" Type="http://schemas.openxmlformats.org/officeDocument/2006/relationships/image" Target="../media/image260.svg"/><Relationship Id="rId35" Type="http://schemas.openxmlformats.org/officeDocument/2006/relationships/image" Target="../media/image265.png"/><Relationship Id="rId8" Type="http://schemas.openxmlformats.org/officeDocument/2006/relationships/image" Target="../media/image242.svg"/><Relationship Id="rId3" Type="http://schemas.openxmlformats.org/officeDocument/2006/relationships/image" Target="../media/image237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png"/><Relationship Id="rId13" Type="http://schemas.openxmlformats.org/officeDocument/2006/relationships/image" Target="../media/image280.svg"/><Relationship Id="rId3" Type="http://schemas.openxmlformats.org/officeDocument/2006/relationships/image" Target="../media/image270.svg"/><Relationship Id="rId7" Type="http://schemas.openxmlformats.org/officeDocument/2006/relationships/image" Target="../media/image274.svg"/><Relationship Id="rId12" Type="http://schemas.openxmlformats.org/officeDocument/2006/relationships/image" Target="../media/image279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3.png"/><Relationship Id="rId11" Type="http://schemas.openxmlformats.org/officeDocument/2006/relationships/image" Target="../media/image278.svg"/><Relationship Id="rId5" Type="http://schemas.openxmlformats.org/officeDocument/2006/relationships/image" Target="../media/image272.svg"/><Relationship Id="rId10" Type="http://schemas.openxmlformats.org/officeDocument/2006/relationships/image" Target="../media/image277.png"/><Relationship Id="rId4" Type="http://schemas.openxmlformats.org/officeDocument/2006/relationships/image" Target="../media/image271.png"/><Relationship Id="rId9" Type="http://schemas.openxmlformats.org/officeDocument/2006/relationships/image" Target="../media/image276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sv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5.png"/><Relationship Id="rId5" Type="http://schemas.openxmlformats.org/officeDocument/2006/relationships/image" Target="../media/image284.svg"/><Relationship Id="rId4" Type="http://schemas.openxmlformats.org/officeDocument/2006/relationships/image" Target="../media/image28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svg"/><Relationship Id="rId2" Type="http://schemas.openxmlformats.org/officeDocument/2006/relationships/image" Target="../media/image28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5.png"/><Relationship Id="rId5" Type="http://schemas.openxmlformats.org/officeDocument/2006/relationships/image" Target="../media/image284.svg"/><Relationship Id="rId4" Type="http://schemas.openxmlformats.org/officeDocument/2006/relationships/image" Target="../media/image28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sv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19EF81C9-5194-415D-A7FD-32345687EA07}"/>
              </a:ext>
            </a:extLst>
          </p:cNvPr>
          <p:cNvSpPr txBox="1">
            <a:spLocks/>
          </p:cNvSpPr>
          <p:nvPr/>
        </p:nvSpPr>
        <p:spPr>
          <a:xfrm>
            <a:off x="845488" y="2809385"/>
            <a:ext cx="9144000" cy="16345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400" spc="-150" dirty="0"/>
              <a:t>Plantilla presentaciones</a:t>
            </a:r>
            <a:br>
              <a:rPr lang="es-ES" sz="5400" spc="-150" dirty="0"/>
            </a:br>
            <a:r>
              <a:rPr lang="es-ES" sz="5400" spc="-150" dirty="0">
                <a:solidFill>
                  <a:schemeClr val="bg1">
                    <a:lumMod val="75000"/>
                  </a:schemeClr>
                </a:solidFill>
              </a:rPr>
              <a:t>Corporativas</a:t>
            </a:r>
          </a:p>
        </p:txBody>
      </p:sp>
    </p:spTree>
    <p:extLst>
      <p:ext uri="{BB962C8B-B14F-4D97-AF65-F5344CB8AC3E}">
        <p14:creationId xmlns:p14="http://schemas.microsoft.com/office/powerpoint/2010/main" val="477895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FC77D-5B35-49DD-B448-976307944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660648" cy="1050720"/>
          </a:xfrm>
        </p:spPr>
        <p:txBody>
          <a:bodyPr/>
          <a:lstStyle/>
          <a:p>
            <a:r>
              <a:rPr lang="es-ES"/>
              <a:t>Contenido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249666-C60D-4BF7-A204-DEFDE72A9E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7216" y="1415825"/>
            <a:ext cx="5861303" cy="427683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ES" b="1" dirty="0">
                <a:solidFill>
                  <a:schemeClr val="tx1"/>
                </a:solidFill>
              </a:rPr>
              <a:t>01. Portadas y fondos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b="1" dirty="0">
                <a:solidFill>
                  <a:schemeClr val="tx1"/>
                </a:solidFill>
              </a:rPr>
              <a:t>02. Componentes básicos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solidFill>
                  <a:schemeClr val="tx1"/>
                </a:solidFill>
              </a:rPr>
              <a:t>Identidad visual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solidFill>
                  <a:schemeClr val="tx1"/>
                </a:solidFill>
              </a:rPr>
              <a:t>Iconografía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solidFill>
                  <a:schemeClr val="tx1"/>
                </a:solidFill>
              </a:rPr>
              <a:t>Botones y etiquetas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solidFill>
                  <a:schemeClr val="tx1"/>
                </a:solidFill>
              </a:rPr>
              <a:t>Recursos </a:t>
            </a:r>
            <a:r>
              <a:rPr lang="es-ES" dirty="0" err="1">
                <a:solidFill>
                  <a:schemeClr val="tx1"/>
                </a:solidFill>
              </a:rPr>
              <a:t>Inconcert</a:t>
            </a:r>
            <a:endParaRPr lang="es-ES" dirty="0">
              <a:solidFill>
                <a:schemeClr val="tx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s-ES" b="1" dirty="0">
                <a:solidFill>
                  <a:schemeClr val="tx1"/>
                </a:solidFill>
              </a:rPr>
              <a:t>03. Otros recursos visuales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solidFill>
                  <a:schemeClr val="tx1"/>
                </a:solidFill>
              </a:rPr>
              <a:t>Gradientes, gráficas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solidFill>
                  <a:schemeClr val="tx1"/>
                </a:solidFill>
              </a:rPr>
              <a:t>Cajas bento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b="1" dirty="0">
                <a:solidFill>
                  <a:schemeClr val="tx1"/>
                </a:solidFill>
              </a:rPr>
              <a:t>04. </a:t>
            </a:r>
            <a:r>
              <a:rPr lang="es-ES" b="1" dirty="0" err="1">
                <a:solidFill>
                  <a:schemeClr val="tx1"/>
                </a:solidFill>
              </a:rPr>
              <a:t>Slides</a:t>
            </a:r>
            <a:r>
              <a:rPr lang="es-ES" b="1" dirty="0">
                <a:solidFill>
                  <a:schemeClr val="tx1"/>
                </a:solidFill>
              </a:rPr>
              <a:t> predefinidas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b="1" dirty="0">
                <a:solidFill>
                  <a:schemeClr val="tx1"/>
                </a:solidFill>
              </a:rPr>
              <a:t>05. Gráficos y tablas</a:t>
            </a:r>
          </a:p>
          <a:p>
            <a:pPr>
              <a:lnSpc>
                <a:spcPct val="110000"/>
              </a:lnSpc>
            </a:pPr>
            <a:endParaRPr lang="es-ES" dirty="0">
              <a:solidFill>
                <a:schemeClr val="tx1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5689AEDA-F931-448B-93D4-6C26A721E7A4}"/>
              </a:ext>
            </a:extLst>
          </p:cNvPr>
          <p:cNvCxnSpPr/>
          <p:nvPr/>
        </p:nvCxnSpPr>
        <p:spPr>
          <a:xfrm>
            <a:off x="4611329" y="737828"/>
            <a:ext cx="0" cy="5402827"/>
          </a:xfrm>
          <a:prstGeom prst="line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00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CAB3C-97E0-47E2-8628-FF78656C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701D3A-C9AF-4F73-AFB5-C421305F2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Portadas y </a:t>
            </a:r>
            <a:r>
              <a:rPr lang="es-ES">
                <a:solidFill>
                  <a:schemeClr val="accent6">
                    <a:lumMod val="60000"/>
                    <a:lumOff val="40000"/>
                  </a:schemeClr>
                </a:solidFill>
              </a:rPr>
              <a:t>fondos</a:t>
            </a:r>
          </a:p>
        </p:txBody>
      </p:sp>
    </p:spTree>
    <p:extLst>
      <p:ext uri="{BB962C8B-B14F-4D97-AF65-F5344CB8AC3E}">
        <p14:creationId xmlns:p14="http://schemas.microsoft.com/office/powerpoint/2010/main" val="4048898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0DCB696D-F9E0-4FF9-AEF0-04F3DA276349}"/>
              </a:ext>
            </a:extLst>
          </p:cNvPr>
          <p:cNvSpPr txBox="1">
            <a:spLocks/>
          </p:cNvSpPr>
          <p:nvPr/>
        </p:nvSpPr>
        <p:spPr>
          <a:xfrm>
            <a:off x="845488" y="4435534"/>
            <a:ext cx="7365824" cy="78420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bg2">
                    <a:lumMod val="75000"/>
                  </a:schemeClr>
                </a:solidFill>
              </a:rPr>
              <a:t>Subtítulo, información secundaria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583B368-99FF-4F69-B6D4-3DF6FAF8EC00}"/>
              </a:ext>
            </a:extLst>
          </p:cNvPr>
          <p:cNvGrpSpPr/>
          <p:nvPr/>
        </p:nvGrpSpPr>
        <p:grpSpPr>
          <a:xfrm>
            <a:off x="929191" y="2247595"/>
            <a:ext cx="1755015" cy="442819"/>
            <a:chOff x="2634539" y="2909703"/>
            <a:chExt cx="1755015" cy="442819"/>
          </a:xfrm>
        </p:grpSpPr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83E79613-9C34-4CD0-849C-1627C2453371}"/>
                </a:ext>
              </a:extLst>
            </p:cNvPr>
            <p:cNvSpPr/>
            <p:nvPr/>
          </p:nvSpPr>
          <p:spPr>
            <a:xfrm>
              <a:off x="2634539" y="2909703"/>
              <a:ext cx="1755015" cy="442819"/>
            </a:xfrm>
            <a:prstGeom prst="roundRect">
              <a:avLst/>
            </a:pr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rgbClr val="FFFFFF"/>
                </a:solidFill>
              </a:endParaRPr>
            </a:p>
          </p:txBody>
        </p:sp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D0B9C4E9-BCE7-44F2-85B6-1641834E7C55}"/>
                </a:ext>
              </a:extLst>
            </p:cNvPr>
            <p:cNvSpPr/>
            <p:nvPr/>
          </p:nvSpPr>
          <p:spPr>
            <a:xfrm>
              <a:off x="2738503" y="2933821"/>
              <a:ext cx="1651051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400" dirty="0">
                  <a:solidFill>
                    <a:srgbClr val="FFFFFF"/>
                  </a:solidFill>
                  <a:latin typeface="+mj-lt"/>
                </a:rPr>
                <a:t>Etiqueta opcional</a:t>
              </a:r>
            </a:p>
          </p:txBody>
        </p: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3DFD8EEE-EE45-4DC3-981F-394B5AA79FAA}"/>
              </a:ext>
            </a:extLst>
          </p:cNvPr>
          <p:cNvSpPr txBox="1">
            <a:spLocks/>
          </p:cNvSpPr>
          <p:nvPr/>
        </p:nvSpPr>
        <p:spPr>
          <a:xfrm>
            <a:off x="845488" y="2809385"/>
            <a:ext cx="9144000" cy="16261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400" spc="-150" dirty="0">
                <a:solidFill>
                  <a:schemeClr val="bg2"/>
                </a:solidFill>
              </a:rPr>
              <a:t>Insertar el título de la </a:t>
            </a:r>
            <a:br>
              <a:rPr lang="es-ES" sz="5400" spc="-150" dirty="0">
                <a:solidFill>
                  <a:schemeClr val="bg2"/>
                </a:solidFill>
              </a:rPr>
            </a:br>
            <a:r>
              <a:rPr lang="es-ES" sz="5400" spc="-150" dirty="0">
                <a:solidFill>
                  <a:schemeClr val="bg2"/>
                </a:solidFill>
              </a:rPr>
              <a:t>presentación</a:t>
            </a:r>
          </a:p>
        </p:txBody>
      </p:sp>
    </p:spTree>
    <p:extLst>
      <p:ext uri="{BB962C8B-B14F-4D97-AF65-F5344CB8AC3E}">
        <p14:creationId xmlns:p14="http://schemas.microsoft.com/office/powerpoint/2010/main" val="350458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19EF81C9-5194-415D-A7FD-32345687EA07}"/>
              </a:ext>
            </a:extLst>
          </p:cNvPr>
          <p:cNvSpPr txBox="1">
            <a:spLocks/>
          </p:cNvSpPr>
          <p:nvPr/>
        </p:nvSpPr>
        <p:spPr>
          <a:xfrm>
            <a:off x="845488" y="2809385"/>
            <a:ext cx="9144000" cy="20182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400" spc="-150" dirty="0"/>
              <a:t>Insertar el título de la </a:t>
            </a:r>
            <a:br>
              <a:rPr lang="es-ES" sz="5400" spc="-150" dirty="0"/>
            </a:br>
            <a:r>
              <a:rPr lang="es-ES" sz="5400" spc="-150" dirty="0">
                <a:solidFill>
                  <a:schemeClr val="bg1">
                    <a:lumMod val="75000"/>
                  </a:schemeClr>
                </a:solidFill>
              </a:rPr>
              <a:t>presentación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AEF9BBB7-9066-4BE1-9F10-A9542E883BC6}"/>
              </a:ext>
            </a:extLst>
          </p:cNvPr>
          <p:cNvGrpSpPr/>
          <p:nvPr/>
        </p:nvGrpSpPr>
        <p:grpSpPr>
          <a:xfrm>
            <a:off x="929191" y="2247595"/>
            <a:ext cx="1755015" cy="442819"/>
            <a:chOff x="2634539" y="2909703"/>
            <a:chExt cx="1755015" cy="442819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82EDED68-EB47-491C-8049-407EAAC094C9}"/>
                </a:ext>
              </a:extLst>
            </p:cNvPr>
            <p:cNvSpPr/>
            <p:nvPr/>
          </p:nvSpPr>
          <p:spPr>
            <a:xfrm>
              <a:off x="2634539" y="2909703"/>
              <a:ext cx="1755015" cy="442819"/>
            </a:xfrm>
            <a:prstGeom prst="roundRect">
              <a:avLst/>
            </a:pr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rgbClr val="FFFFFF"/>
                </a:solidFill>
              </a:endParaRP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274BDA14-8990-476E-AAE9-FD1419B37C08}"/>
                </a:ext>
              </a:extLst>
            </p:cNvPr>
            <p:cNvSpPr/>
            <p:nvPr/>
          </p:nvSpPr>
          <p:spPr>
            <a:xfrm>
              <a:off x="2738503" y="2933821"/>
              <a:ext cx="1651051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400" dirty="0">
                  <a:solidFill>
                    <a:srgbClr val="FFFFFF"/>
                  </a:solidFill>
                  <a:latin typeface="+mj-lt"/>
                </a:rPr>
                <a:t>Etiqueta opcional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9727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12C4C7F-C89F-49F9-9832-6F45E16B8536}"/>
              </a:ext>
            </a:extLst>
          </p:cNvPr>
          <p:cNvSpPr txBox="1"/>
          <p:nvPr/>
        </p:nvSpPr>
        <p:spPr>
          <a:xfrm>
            <a:off x="7763034" y="399044"/>
            <a:ext cx="1798819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s-ES" sz="1050">
                <a:solidFill>
                  <a:schemeClr val="bg1"/>
                </a:solidFill>
              </a:rPr>
              <a:t>Insertar en este espacio el logo del cliente, en blanco siempre que esté permitido y sin deformar. 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3BA593-C29C-4BB0-B0CB-11A30D02B166}"/>
              </a:ext>
            </a:extLst>
          </p:cNvPr>
          <p:cNvSpPr txBox="1">
            <a:spLocks/>
          </p:cNvSpPr>
          <p:nvPr/>
        </p:nvSpPr>
        <p:spPr>
          <a:xfrm>
            <a:off x="845488" y="2809385"/>
            <a:ext cx="9144000" cy="20182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400" spc="-150"/>
              <a:t>Insertar el título de la </a:t>
            </a:r>
            <a:br>
              <a:rPr lang="es-ES" sz="5400" spc="-150"/>
            </a:br>
            <a:r>
              <a:rPr lang="es-ES" sz="5400" spc="-150">
                <a:solidFill>
                  <a:schemeClr val="bg1">
                    <a:lumMod val="75000"/>
                  </a:schemeClr>
                </a:solidFill>
              </a:rPr>
              <a:t>presentación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F15A36AB-4D4B-48F1-B43E-1C63BE66B187}"/>
              </a:ext>
            </a:extLst>
          </p:cNvPr>
          <p:cNvGrpSpPr/>
          <p:nvPr/>
        </p:nvGrpSpPr>
        <p:grpSpPr>
          <a:xfrm>
            <a:off x="929191" y="2247595"/>
            <a:ext cx="1755015" cy="442819"/>
            <a:chOff x="2634539" y="2909703"/>
            <a:chExt cx="1755015" cy="442819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A732FB37-79E7-48C1-95AA-B7B5333E1557}"/>
                </a:ext>
              </a:extLst>
            </p:cNvPr>
            <p:cNvSpPr/>
            <p:nvPr/>
          </p:nvSpPr>
          <p:spPr>
            <a:xfrm>
              <a:off x="2634539" y="2909703"/>
              <a:ext cx="1755015" cy="442819"/>
            </a:xfrm>
            <a:prstGeom prst="roundRect">
              <a:avLst/>
            </a:pr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rgbClr val="FFFFFF"/>
                </a:solidFill>
              </a:endParaRP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FB464E14-A728-4925-A2AE-534768EDFE4E}"/>
                </a:ext>
              </a:extLst>
            </p:cNvPr>
            <p:cNvSpPr/>
            <p:nvPr/>
          </p:nvSpPr>
          <p:spPr>
            <a:xfrm>
              <a:off x="2738503" y="2933821"/>
              <a:ext cx="1651051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400">
                  <a:solidFill>
                    <a:srgbClr val="FFFFFF"/>
                  </a:solidFill>
                  <a:latin typeface="+mj-lt"/>
                </a:rPr>
                <a:t>Etiqueta opcional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4308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5B06F7-434D-4A1A-B9DC-9A40C9383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Título de </a:t>
            </a:r>
            <a:r>
              <a:rPr lang="es-ES">
                <a:solidFill>
                  <a:schemeClr val="accent6">
                    <a:lumMod val="60000"/>
                    <a:lumOff val="40000"/>
                  </a:schemeClr>
                </a:solidFill>
              </a:rPr>
              <a:t>sección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E9213C52-4B39-43CC-91DB-BA26D082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10360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62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280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979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310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935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ABC001BE-4DD8-4F50-9834-CFB467F1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02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90ECFBE-4470-414C-807D-F0C6F8045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Componentes </a:t>
            </a:r>
            <a:r>
              <a:rPr lang="es-ES">
                <a:solidFill>
                  <a:schemeClr val="accent6">
                    <a:lumMod val="60000"/>
                    <a:lumOff val="40000"/>
                  </a:schemeClr>
                </a:solidFill>
              </a:rPr>
              <a:t>básicos</a:t>
            </a:r>
          </a:p>
        </p:txBody>
      </p:sp>
    </p:spTree>
    <p:extLst>
      <p:ext uri="{BB962C8B-B14F-4D97-AF65-F5344CB8AC3E}">
        <p14:creationId xmlns:p14="http://schemas.microsoft.com/office/powerpoint/2010/main" val="375497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AF5166CE-488B-4FA1-8F8A-F661528B3D31}"/>
              </a:ext>
            </a:extLst>
          </p:cNvPr>
          <p:cNvSpPr/>
          <p:nvPr/>
        </p:nvSpPr>
        <p:spPr>
          <a:xfrm>
            <a:off x="5396982" y="2569463"/>
            <a:ext cx="5246634" cy="3072385"/>
          </a:xfrm>
          <a:prstGeom prst="roundRect">
            <a:avLst>
              <a:gd name="adj" fmla="val 34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9DDD5E01-64FD-45F6-957D-C0B7B2408D5A}"/>
              </a:ext>
            </a:extLst>
          </p:cNvPr>
          <p:cNvSpPr/>
          <p:nvPr/>
        </p:nvSpPr>
        <p:spPr>
          <a:xfrm>
            <a:off x="1634910" y="2569463"/>
            <a:ext cx="3539613" cy="3072385"/>
          </a:xfrm>
          <a:prstGeom prst="roundRect">
            <a:avLst>
              <a:gd name="adj" fmla="val 3839"/>
            </a:avLst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endParaRPr lang="es-ES" sz="1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E0B70AE-79A1-4156-82EE-0C35D8063E38}"/>
              </a:ext>
            </a:extLst>
          </p:cNvPr>
          <p:cNvSpPr/>
          <p:nvPr/>
        </p:nvSpPr>
        <p:spPr>
          <a:xfrm rot="5400000">
            <a:off x="2646063" y="4560648"/>
            <a:ext cx="304800" cy="934720"/>
          </a:xfrm>
          <a:prstGeom prst="rect">
            <a:avLst/>
          </a:prstGeom>
          <a:solidFill>
            <a:srgbClr val="959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302A42B-0A6E-473F-9AD2-200DAAD2C116}"/>
              </a:ext>
            </a:extLst>
          </p:cNvPr>
          <p:cNvSpPr/>
          <p:nvPr/>
        </p:nvSpPr>
        <p:spPr>
          <a:xfrm rot="5400000">
            <a:off x="2646063" y="2834560"/>
            <a:ext cx="304800" cy="934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1E3C0E5-8690-4EE7-8C05-72A3AAE14E62}"/>
              </a:ext>
            </a:extLst>
          </p:cNvPr>
          <p:cNvSpPr/>
          <p:nvPr/>
        </p:nvSpPr>
        <p:spPr>
          <a:xfrm rot="5400000">
            <a:off x="2003804" y="3697779"/>
            <a:ext cx="1589318" cy="934720"/>
          </a:xfrm>
          <a:prstGeom prst="rect">
            <a:avLst/>
          </a:prstGeom>
          <a:gradFill flip="none" rotWithShape="1">
            <a:gsLst>
              <a:gs pos="0">
                <a:srgbClr val="9592FF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DA1D275-67DF-46F4-B9B1-DA18FD3E21CC}"/>
              </a:ext>
            </a:extLst>
          </p:cNvPr>
          <p:cNvSpPr txBox="1"/>
          <p:nvPr/>
        </p:nvSpPr>
        <p:spPr>
          <a:xfrm>
            <a:off x="7483037" y="3050531"/>
            <a:ext cx="2656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>
                <a:latin typeface="Switzer Semibold" pitchFamily="50" charset="0"/>
              </a:rPr>
              <a:t>Títulos y subtítulos</a:t>
            </a:r>
          </a:p>
          <a:p>
            <a:r>
              <a:rPr lang="es-ES" err="1">
                <a:latin typeface="+mj-lt"/>
              </a:rPr>
              <a:t>Switzer</a:t>
            </a:r>
            <a:endParaRPr lang="es-ES">
              <a:latin typeface="+mj-lt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3FA5B7A-255E-4986-A0D4-AE7044A749AA}"/>
              </a:ext>
            </a:extLst>
          </p:cNvPr>
          <p:cNvSpPr txBox="1"/>
          <p:nvPr/>
        </p:nvSpPr>
        <p:spPr>
          <a:xfrm>
            <a:off x="7483037" y="4154208"/>
            <a:ext cx="2288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>
                <a:cs typeface="Poppins SemiBold" panose="00000700000000000000" pitchFamily="2" charset="0"/>
              </a:rPr>
              <a:t>Párrafos</a:t>
            </a:r>
          </a:p>
          <a:p>
            <a:r>
              <a:rPr lang="es-ES" sz="1600"/>
              <a:t>Inter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89EF4FE-BFE3-485A-B2D5-D3C41BBB08AB}"/>
              </a:ext>
            </a:extLst>
          </p:cNvPr>
          <p:cNvSpPr txBox="1"/>
          <p:nvPr/>
        </p:nvSpPr>
        <p:spPr>
          <a:xfrm>
            <a:off x="5870716" y="2848602"/>
            <a:ext cx="2011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err="1">
                <a:latin typeface="+mj-lt"/>
              </a:rPr>
              <a:t>Aa</a:t>
            </a:r>
            <a:endParaRPr lang="es-ES" sz="5400">
              <a:latin typeface="+mj-lt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02EC1D9-9805-4BAA-9FF9-3C48A971A5B3}"/>
              </a:ext>
            </a:extLst>
          </p:cNvPr>
          <p:cNvSpPr txBox="1"/>
          <p:nvPr/>
        </p:nvSpPr>
        <p:spPr>
          <a:xfrm>
            <a:off x="5870716" y="3974982"/>
            <a:ext cx="2011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err="1"/>
              <a:t>Aa</a:t>
            </a:r>
            <a:endParaRPr lang="es-ES" sz="480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80F13404-BC1B-46E2-A0BB-EBF03DDC29F1}"/>
              </a:ext>
            </a:extLst>
          </p:cNvPr>
          <p:cNvSpPr txBox="1">
            <a:spLocks/>
          </p:cNvSpPr>
          <p:nvPr/>
        </p:nvSpPr>
        <p:spPr>
          <a:xfrm>
            <a:off x="2400300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/>
              <a:t>Identidad</a:t>
            </a:r>
            <a:r>
              <a:rPr lang="es-ES" sz="6000" spc="-150">
                <a:latin typeface="Switzer" pitchFamily="50" charset="0"/>
              </a:rPr>
              <a:t> </a:t>
            </a:r>
            <a:r>
              <a:rPr lang="es-ES" sz="6000" spc="-150">
                <a:solidFill>
                  <a:schemeClr val="accent6"/>
                </a:solidFill>
              </a:rPr>
              <a:t>visual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B85E348-BD51-4F74-A468-CBB2C593B6FE}"/>
              </a:ext>
            </a:extLst>
          </p:cNvPr>
          <p:cNvSpPr txBox="1"/>
          <p:nvPr/>
        </p:nvSpPr>
        <p:spPr>
          <a:xfrm>
            <a:off x="2395523" y="4869658"/>
            <a:ext cx="829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  <a:latin typeface="+mj-lt"/>
              </a:rPr>
              <a:t>#9592FF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D08FD18-0B26-4DB4-BCD0-A6AACF1E41DB}"/>
              </a:ext>
            </a:extLst>
          </p:cNvPr>
          <p:cNvSpPr txBox="1"/>
          <p:nvPr/>
        </p:nvSpPr>
        <p:spPr>
          <a:xfrm>
            <a:off x="2395523" y="3183271"/>
            <a:ext cx="863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>
                <a:solidFill>
                  <a:schemeClr val="tx2"/>
                </a:solidFill>
                <a:latin typeface="+mj-lt"/>
              </a:rPr>
              <a:t>#1aeb9f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5214BC8-297B-49F8-8A35-88467A5DE950}"/>
              </a:ext>
            </a:extLst>
          </p:cNvPr>
          <p:cNvSpPr/>
          <p:nvPr/>
        </p:nvSpPr>
        <p:spPr>
          <a:xfrm>
            <a:off x="3409578" y="4217887"/>
            <a:ext cx="934720" cy="934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5B9E3FD1-9170-4D40-8B97-A2820A355541}"/>
              </a:ext>
            </a:extLst>
          </p:cNvPr>
          <p:cNvSpPr/>
          <p:nvPr/>
        </p:nvSpPr>
        <p:spPr>
          <a:xfrm>
            <a:off x="3404026" y="3114210"/>
            <a:ext cx="934720" cy="93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1C23D1C-E1A0-4420-B2BE-1EAF5C79C8BA}"/>
              </a:ext>
            </a:extLst>
          </p:cNvPr>
          <p:cNvSpPr txBox="1"/>
          <p:nvPr/>
        </p:nvSpPr>
        <p:spPr>
          <a:xfrm>
            <a:off x="3465458" y="4875608"/>
            <a:ext cx="863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>
                <a:solidFill>
                  <a:srgbClr val="FFFFFF"/>
                </a:solidFill>
                <a:latin typeface="+mj-lt"/>
              </a:rPr>
              <a:t>#011e23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A09C2E97-7F51-40FC-AE5E-2E17A164B548}"/>
              </a:ext>
            </a:extLst>
          </p:cNvPr>
          <p:cNvSpPr txBox="1"/>
          <p:nvPr/>
        </p:nvSpPr>
        <p:spPr>
          <a:xfrm>
            <a:off x="3419267" y="3771932"/>
            <a:ext cx="863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>
                <a:solidFill>
                  <a:schemeClr val="tx2"/>
                </a:solidFill>
                <a:latin typeface="+mj-lt"/>
              </a:rPr>
              <a:t>#f5f5f5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1C1F2104-D02C-4915-8211-C2B42B4033BF}"/>
              </a:ext>
            </a:extLst>
          </p:cNvPr>
          <p:cNvSpPr txBox="1">
            <a:spLocks/>
          </p:cNvSpPr>
          <p:nvPr/>
        </p:nvSpPr>
        <p:spPr>
          <a:xfrm>
            <a:off x="7882396" y="5013682"/>
            <a:ext cx="2557432" cy="511484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400" u="sng">
                <a:hlinkClick r:id="rId3"/>
              </a:rPr>
              <a:t>Descarga las tipografías aquí</a:t>
            </a:r>
            <a:endParaRPr lang="es-ES" sz="1400" u="sng">
              <a:latin typeface="Switzer Semibold" pitchFamily="50" charset="0"/>
            </a:endParaRPr>
          </a:p>
        </p:txBody>
      </p:sp>
      <p:pic>
        <p:nvPicPr>
          <p:cNvPr id="38" name="Gráfico 37">
            <a:extLst>
              <a:ext uri="{FF2B5EF4-FFF2-40B4-BE49-F238E27FC236}">
                <a16:creationId xmlns:a16="http://schemas.microsoft.com/office/drawing/2014/main" id="{9E4366BF-1E12-4876-9097-371AC94710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7558396" y="5121921"/>
            <a:ext cx="324000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399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8D615772-0A6C-4B01-80E3-FCC208974DF9}"/>
              </a:ext>
            </a:extLst>
          </p:cNvPr>
          <p:cNvSpPr/>
          <p:nvPr/>
        </p:nvSpPr>
        <p:spPr>
          <a:xfrm>
            <a:off x="6212410" y="1957260"/>
            <a:ext cx="3716451" cy="3958908"/>
          </a:xfrm>
          <a:prstGeom prst="roundRect">
            <a:avLst>
              <a:gd name="adj" fmla="val 654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0"/>
              </a:lnSpc>
            </a:pPr>
            <a:endParaRPr lang="es-ES" sz="1400">
              <a:solidFill>
                <a:schemeClr val="accent6">
                  <a:lumMod val="60000"/>
                  <a:lumOff val="40000"/>
                </a:schemeClr>
              </a:solidFill>
              <a:latin typeface="Switzer Light" pitchFamily="50" charset="0"/>
            </a:endParaRP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1666595F-5AEE-4B22-B46E-96CC2BD36BF1}"/>
              </a:ext>
            </a:extLst>
          </p:cNvPr>
          <p:cNvSpPr/>
          <p:nvPr/>
        </p:nvSpPr>
        <p:spPr>
          <a:xfrm>
            <a:off x="2300300" y="1957260"/>
            <a:ext cx="3716451" cy="3958908"/>
          </a:xfrm>
          <a:prstGeom prst="roundRect">
            <a:avLst>
              <a:gd name="adj" fmla="val 6544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0"/>
              </a:lnSpc>
            </a:pPr>
            <a:endParaRPr lang="es-ES" sz="1400">
              <a:solidFill>
                <a:schemeClr val="accent6">
                  <a:lumMod val="60000"/>
                  <a:lumOff val="40000"/>
                </a:schemeClr>
              </a:solidFill>
              <a:latin typeface="Switzer Light" pitchFamily="50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80F13404-BC1B-46E2-A0BB-EBF03DDC29F1}"/>
              </a:ext>
            </a:extLst>
          </p:cNvPr>
          <p:cNvSpPr txBox="1">
            <a:spLocks/>
          </p:cNvSpPr>
          <p:nvPr/>
        </p:nvSpPr>
        <p:spPr>
          <a:xfrm>
            <a:off x="2400300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/>
              <a:t>Identidad</a:t>
            </a:r>
            <a:r>
              <a:rPr lang="es-ES" sz="6000" spc="-150">
                <a:latin typeface="Switzer" pitchFamily="50" charset="0"/>
              </a:rPr>
              <a:t> </a:t>
            </a:r>
            <a:r>
              <a:rPr lang="es-ES" sz="6000" spc="-150">
                <a:solidFill>
                  <a:schemeClr val="accent6"/>
                </a:solidFill>
              </a:rPr>
              <a:t>visual</a:t>
            </a:r>
          </a:p>
        </p:txBody>
      </p:sp>
      <p:pic>
        <p:nvPicPr>
          <p:cNvPr id="28" name="Imagen 27" descr="Logotipo&#10;&#10;Descripción generada automáticamente">
            <a:extLst>
              <a:ext uri="{FF2B5EF4-FFF2-40B4-BE49-F238E27FC236}">
                <a16:creationId xmlns:a16="http://schemas.microsoft.com/office/drawing/2014/main" id="{D7A38BFE-5379-4E68-A541-DCD03EAFE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095" y="3952628"/>
            <a:ext cx="2196720" cy="468000"/>
          </a:xfrm>
          <a:prstGeom prst="rect">
            <a:avLst/>
          </a:prstGeom>
        </p:spPr>
      </p:pic>
      <p:pic>
        <p:nvPicPr>
          <p:cNvPr id="29" name="Imagen 28" descr="Un dibujo con letras&#10;&#10;Descripción generada automáticamente con confianza baja">
            <a:extLst>
              <a:ext uri="{FF2B5EF4-FFF2-40B4-BE49-F238E27FC236}">
                <a16:creationId xmlns:a16="http://schemas.microsoft.com/office/drawing/2014/main" id="{20B713BE-95BA-4292-9939-A20D7F783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448" y="3952628"/>
            <a:ext cx="2193384" cy="468000"/>
          </a:xfrm>
          <a:prstGeom prst="rect">
            <a:avLst/>
          </a:prstGeom>
        </p:spPr>
      </p:pic>
      <p:pic>
        <p:nvPicPr>
          <p:cNvPr id="30" name="Imagen 29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6D361839-51CE-4B39-BA31-0D7EC684B4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788" y="2502808"/>
            <a:ext cx="1614520" cy="1080000"/>
          </a:xfrm>
          <a:prstGeom prst="rect">
            <a:avLst/>
          </a:prstGeom>
        </p:spPr>
      </p:pic>
      <p:pic>
        <p:nvPicPr>
          <p:cNvPr id="31" name="Imagen 30" descr="Logotipo&#10;&#10;Descripción generada automáticamente">
            <a:extLst>
              <a:ext uri="{FF2B5EF4-FFF2-40B4-BE49-F238E27FC236}">
                <a16:creationId xmlns:a16="http://schemas.microsoft.com/office/drawing/2014/main" id="{7CE48B8B-9DEA-487C-B43B-6BA7CA6B44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381" y="2502808"/>
            <a:ext cx="1613946" cy="1080000"/>
          </a:xfrm>
          <a:prstGeom prst="rect">
            <a:avLst/>
          </a:prstGeom>
        </p:spPr>
      </p:pic>
      <p:pic>
        <p:nvPicPr>
          <p:cNvPr id="3" name="Imagen 2" descr="Un dibujo con letras&#10;&#10;Descripción generada automáticamente con confianza media">
            <a:extLst>
              <a:ext uri="{FF2B5EF4-FFF2-40B4-BE49-F238E27FC236}">
                <a16:creationId xmlns:a16="http://schemas.microsoft.com/office/drawing/2014/main" id="{E0C29BA2-163F-47B4-B18B-79CF610DB9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779" y="4793416"/>
            <a:ext cx="2196722" cy="4680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7E227BD9-39E2-4E2F-BD23-29BBDA8B94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387" y="4799044"/>
            <a:ext cx="2196136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66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8D615772-0A6C-4B01-80E3-FCC208974DF9}"/>
              </a:ext>
            </a:extLst>
          </p:cNvPr>
          <p:cNvSpPr/>
          <p:nvPr/>
        </p:nvSpPr>
        <p:spPr>
          <a:xfrm>
            <a:off x="2022933" y="1887794"/>
            <a:ext cx="8146134" cy="4366602"/>
          </a:xfrm>
          <a:prstGeom prst="roundRect">
            <a:avLst>
              <a:gd name="adj" fmla="val 654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0"/>
              </a:lnSpc>
            </a:pPr>
            <a:endParaRPr lang="es-ES" sz="1400">
              <a:solidFill>
                <a:schemeClr val="accent6">
                  <a:lumMod val="60000"/>
                  <a:lumOff val="40000"/>
                </a:schemeClr>
              </a:solidFill>
              <a:latin typeface="Switzer Light" pitchFamily="50" charset="0"/>
            </a:endParaRP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80F13404-BC1B-46E2-A0BB-EBF03DDC29F1}"/>
              </a:ext>
            </a:extLst>
          </p:cNvPr>
          <p:cNvSpPr txBox="1">
            <a:spLocks/>
          </p:cNvSpPr>
          <p:nvPr/>
        </p:nvSpPr>
        <p:spPr>
          <a:xfrm>
            <a:off x="2400300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 dirty="0"/>
              <a:t>Usos </a:t>
            </a:r>
            <a:r>
              <a:rPr lang="es-ES" sz="6000" spc="-150" dirty="0">
                <a:solidFill>
                  <a:schemeClr val="accent6"/>
                </a:solidFill>
              </a:rPr>
              <a:t>incorrectos</a:t>
            </a:r>
          </a:p>
        </p:txBody>
      </p:sp>
      <p:pic>
        <p:nvPicPr>
          <p:cNvPr id="3" name="Imagen 2" descr="Texto&#10;&#10;Descripción generada automáticamente con confianza media">
            <a:extLst>
              <a:ext uri="{FF2B5EF4-FFF2-40B4-BE49-F238E27FC236}">
                <a16:creationId xmlns:a16="http://schemas.microsoft.com/office/drawing/2014/main" id="{C7112FE2-2016-4943-81DF-A47799A24E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5" t="13531" r="7180" b="6687"/>
          <a:stretch/>
        </p:blipFill>
        <p:spPr>
          <a:xfrm>
            <a:off x="2659626" y="2389238"/>
            <a:ext cx="6872748" cy="34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764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2CA449D-F978-4CC0-B01C-76D650D65AFA}"/>
              </a:ext>
            </a:extLst>
          </p:cNvPr>
          <p:cNvSpPr txBox="1">
            <a:spLocks/>
          </p:cNvSpPr>
          <p:nvPr/>
        </p:nvSpPr>
        <p:spPr>
          <a:xfrm>
            <a:off x="2400300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/>
              <a:t>Iconografía</a:t>
            </a:r>
            <a:endParaRPr lang="es-ES" sz="6000" spc="-150">
              <a:latin typeface="Switzer Semibold" pitchFamily="50" charset="0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491F62EC-B21C-4B62-9D62-C7CBED77ED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4630" y="2974110"/>
            <a:ext cx="324000" cy="324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DD0BC17F-18C5-46E4-88CD-6270A7B2A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7192" y="2974110"/>
            <a:ext cx="324000" cy="3240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F14B5B97-ACAC-4B7A-B555-2A8C508A3A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9754" y="2974110"/>
            <a:ext cx="324000" cy="324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B0C80CF1-4331-4EB7-93B4-88EA218456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82316" y="2974110"/>
            <a:ext cx="324000" cy="324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21A4EF33-C44C-44D2-92C3-2D181729AE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44878" y="2974110"/>
            <a:ext cx="324000" cy="324000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4E73B423-6373-404F-A2EB-4AC3A0C3BD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32068" y="2974110"/>
            <a:ext cx="324000" cy="324000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944E2E98-7DD7-4A99-8350-010E7529ED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32068" y="2060114"/>
            <a:ext cx="324000" cy="324000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1F267D8A-0573-4A86-B97C-27A8C4982BC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94122" y="2060114"/>
            <a:ext cx="324000" cy="324000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0AD0FA86-D116-40A7-B75A-9E1989215D4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56176" y="2060114"/>
            <a:ext cx="324000" cy="324000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1C601C0B-9577-4403-A3F7-96FD2DAD6D7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218230" y="2060114"/>
            <a:ext cx="324000" cy="324000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8EB63AEC-2D89-4CD8-8E0B-0FEDA766D7E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380284" y="2060114"/>
            <a:ext cx="324000" cy="324000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6C57AED1-66DA-4732-BDCB-05F3C903986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542338" y="2060114"/>
            <a:ext cx="324000" cy="3240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681952E3-0DD0-40E4-9BC7-56960533828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569506" y="2974110"/>
            <a:ext cx="324000" cy="324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8DF0502-C1AA-47CA-8FBD-A1695F57CFB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569506" y="2060114"/>
            <a:ext cx="324000" cy="324000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1B3F2D7F-C1CC-4C89-9853-6AD2C2BD2A2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580678" y="3930941"/>
            <a:ext cx="324000" cy="324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D65A291-0239-4698-B3B1-96B4702CF13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717461" y="3930941"/>
            <a:ext cx="324000" cy="32400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C489C61-41B0-4EFC-958D-72DD6430E15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070783" y="3930941"/>
            <a:ext cx="324000" cy="324000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7D605F1B-42B9-45FE-B41B-DD248D302ECC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380284" y="3930941"/>
            <a:ext cx="324000" cy="324000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8BA0BDD9-4F4A-4E62-B8B5-97FF5160EE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380284" y="4844937"/>
            <a:ext cx="324000" cy="324000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5994BC22-9A1A-43A5-909D-A29CF7B178A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739053" y="4844937"/>
            <a:ext cx="324000" cy="324000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796C4FDA-18E6-48BD-855B-4F399B2FE46D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5065369" y="4844937"/>
            <a:ext cx="324000" cy="324000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0C65340B-33A0-41D4-9F83-84DEC9ACE8D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903315" y="4844937"/>
            <a:ext cx="324000" cy="32400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70394D74-036D-46CB-BF12-7B097948D0EF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4236302" y="4844937"/>
            <a:ext cx="324000" cy="324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6E266255-8F63-44E5-A26F-D78DEF29296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2550848" y="4844937"/>
            <a:ext cx="324000" cy="324000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62E8F3F2-A27D-4056-A383-6725ECB3C4D4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2556945" y="3930941"/>
            <a:ext cx="324000" cy="324000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84D3957F-2FAF-42A1-BB05-E5485950C701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7580678" y="4844937"/>
            <a:ext cx="324000" cy="324000"/>
          </a:xfrm>
          <a:prstGeom prst="rect">
            <a:avLst/>
          </a:prstGeom>
        </p:spPr>
      </p:pic>
      <p:pic>
        <p:nvPicPr>
          <p:cNvPr id="40" name="Gráfico 39">
            <a:extLst>
              <a:ext uri="{FF2B5EF4-FFF2-40B4-BE49-F238E27FC236}">
                <a16:creationId xmlns:a16="http://schemas.microsoft.com/office/drawing/2014/main" id="{180A1B99-E4E4-4DDC-8C33-AFA65C031722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4225533" y="3930941"/>
            <a:ext cx="324000" cy="324000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420C1F5D-D201-4793-B2CB-1E0DD5F2B706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934000" y="3930941"/>
            <a:ext cx="324000" cy="324000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FBA028D8-4A44-4AF5-B357-8BA52A9AABF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225533" y="5696995"/>
            <a:ext cx="324000" cy="324000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C03E9BF6-6B1F-4EB1-BF03-9D35F63D092A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5057294" y="5694554"/>
            <a:ext cx="324000" cy="324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7C9D4286-F33B-477D-80E7-833016E11E0C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380284" y="5687468"/>
            <a:ext cx="324000" cy="32400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4D41B4EA-2288-4AAC-8F7B-C6B7D469588C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6717461" y="5687468"/>
            <a:ext cx="324000" cy="32400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28A1A33B-F41A-4F5C-85E5-F4539684A25A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5937178" y="5687468"/>
            <a:ext cx="324000" cy="324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A2C81113-9336-4CD2-BC3C-F3AE93288E95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2557613" y="5687468"/>
            <a:ext cx="324000" cy="32400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E8390E19-3E6A-4389-9E7E-55F117F7C7E1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7563379" y="5687468"/>
            <a:ext cx="324000" cy="32400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72A6D9CE-6180-4FBE-A036-DEA91344F90E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8390985" y="2064882"/>
            <a:ext cx="324000" cy="324000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5D8BA161-6B30-4447-AEC8-D66B106A3A42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8390985" y="4861819"/>
            <a:ext cx="324000" cy="324000"/>
          </a:xfrm>
          <a:prstGeom prst="rect">
            <a:avLst/>
          </a:prstGeom>
        </p:spPr>
      </p:pic>
      <p:pic>
        <p:nvPicPr>
          <p:cNvPr id="42" name="Gráfico 41">
            <a:extLst>
              <a:ext uri="{FF2B5EF4-FFF2-40B4-BE49-F238E27FC236}">
                <a16:creationId xmlns:a16="http://schemas.microsoft.com/office/drawing/2014/main" id="{890F5A55-CF87-4EFA-820A-DE9A3A7AB2B2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8390985" y="5694554"/>
            <a:ext cx="324000" cy="324000"/>
          </a:xfrm>
          <a:prstGeom prst="rect">
            <a:avLst/>
          </a:prstGeom>
        </p:spPr>
      </p:pic>
      <p:pic>
        <p:nvPicPr>
          <p:cNvPr id="46" name="Gráfico 45">
            <a:extLst>
              <a:ext uri="{FF2B5EF4-FFF2-40B4-BE49-F238E27FC236}">
                <a16:creationId xmlns:a16="http://schemas.microsoft.com/office/drawing/2014/main" id="{DB2859BB-7F5A-44AF-A494-5F06BE7E6AC8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8390985" y="3930941"/>
            <a:ext cx="324000" cy="324000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16A6AD40-C3B0-4664-B736-EC7DA7860867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8390985" y="3000063"/>
            <a:ext cx="324000" cy="32400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09A78AB4-EC95-4A7A-9E5A-E4839FF1F97B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9173212" y="2060114"/>
            <a:ext cx="324000" cy="324000"/>
          </a:xfrm>
          <a:prstGeom prst="rect">
            <a:avLst/>
          </a:prstGeom>
        </p:spPr>
      </p:pic>
      <p:pic>
        <p:nvPicPr>
          <p:cNvPr id="44" name="Gráfico 43">
            <a:extLst>
              <a:ext uri="{FF2B5EF4-FFF2-40B4-BE49-F238E27FC236}">
                <a16:creationId xmlns:a16="http://schemas.microsoft.com/office/drawing/2014/main" id="{50C74F39-F06F-4376-BE74-E68222936558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9173212" y="3930941"/>
            <a:ext cx="324000" cy="324000"/>
          </a:xfrm>
          <a:prstGeom prst="rect">
            <a:avLst/>
          </a:prstGeom>
        </p:spPr>
      </p:pic>
      <p:pic>
        <p:nvPicPr>
          <p:cNvPr id="47" name="Gráfico 46">
            <a:extLst>
              <a:ext uri="{FF2B5EF4-FFF2-40B4-BE49-F238E27FC236}">
                <a16:creationId xmlns:a16="http://schemas.microsoft.com/office/drawing/2014/main" id="{7CF9EC2D-7FF2-4DDC-AC6B-4DF5308C9CB3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9173212" y="3000063"/>
            <a:ext cx="324000" cy="324000"/>
          </a:xfrm>
          <a:prstGeom prst="rect">
            <a:avLst/>
          </a:prstGeom>
        </p:spPr>
      </p:pic>
      <p:pic>
        <p:nvPicPr>
          <p:cNvPr id="43" name="Gráfico 42">
            <a:extLst>
              <a:ext uri="{FF2B5EF4-FFF2-40B4-BE49-F238E27FC236}">
                <a16:creationId xmlns:a16="http://schemas.microsoft.com/office/drawing/2014/main" id="{AC21BE67-14AA-45CA-91ED-1DD80EA9DC82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9173212" y="4847294"/>
            <a:ext cx="324000" cy="324000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0B8C402F-F27A-401C-931D-7B0406A4F2C3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9173212" y="5685488"/>
            <a:ext cx="324000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95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1B3F2D7F-C1CC-4C89-9853-6AD2C2BD2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1252" y="3411203"/>
            <a:ext cx="324000" cy="324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FD65A291-0239-4698-B3B1-96B4702CF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5808" y="5249726"/>
            <a:ext cx="324000" cy="324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83065FC9-6BAC-4429-A33F-0ECB313BAF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35808" y="2496820"/>
            <a:ext cx="324000" cy="32400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4C489C61-41B0-4EFC-958D-72DD6430E1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35808" y="3414455"/>
            <a:ext cx="324000" cy="32400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363659C-CEBC-4F42-A730-5ABB834AE63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61252" y="4329614"/>
            <a:ext cx="324000" cy="324000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7D605F1B-42B9-45FE-B41B-DD248D302EC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61252" y="2492792"/>
            <a:ext cx="324000" cy="324000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573FEC6F-E80B-4BC1-B0BC-3D137F7208BF}"/>
              </a:ext>
            </a:extLst>
          </p:cNvPr>
          <p:cNvSpPr txBox="1"/>
          <p:nvPr/>
        </p:nvSpPr>
        <p:spPr>
          <a:xfrm>
            <a:off x="2759020" y="2558465"/>
            <a:ext cx="281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err="1">
                <a:cs typeface="Poppins SemiBold" panose="00000700000000000000" pitchFamily="2" charset="0"/>
              </a:rPr>
              <a:t>Mkt</a:t>
            </a:r>
            <a:r>
              <a:rPr lang="es-ES" sz="1600">
                <a:cs typeface="Poppins SemiBold" panose="00000700000000000000" pitchFamily="2" charset="0"/>
              </a:rPr>
              <a:t> </a:t>
            </a:r>
            <a:r>
              <a:rPr lang="es-ES" sz="1600" err="1">
                <a:cs typeface="Poppins SemiBold" panose="00000700000000000000" pitchFamily="2" charset="0"/>
              </a:rPr>
              <a:t>Automation</a:t>
            </a:r>
            <a:r>
              <a:rPr lang="es-ES" sz="1600">
                <a:cs typeface="Poppins SemiBold" panose="00000700000000000000" pitchFamily="2" charset="0"/>
              </a:rPr>
              <a:t> &amp; CRM</a:t>
            </a:r>
            <a:endParaRPr lang="es-ES" sz="160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7CE6539-4BC9-40D9-97BC-A5EABA62910A}"/>
              </a:ext>
            </a:extLst>
          </p:cNvPr>
          <p:cNvSpPr txBox="1"/>
          <p:nvPr/>
        </p:nvSpPr>
        <p:spPr>
          <a:xfrm>
            <a:off x="2759020" y="3401825"/>
            <a:ext cx="1045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>
                <a:cs typeface="Poppins SemiBold" panose="00000700000000000000" pitchFamily="2" charset="0"/>
              </a:rPr>
              <a:t>OCC</a:t>
            </a:r>
            <a:endParaRPr lang="es-ES" sz="160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4B71213-26C3-43C3-8703-5F8BC3E1A644}"/>
              </a:ext>
            </a:extLst>
          </p:cNvPr>
          <p:cNvSpPr txBox="1"/>
          <p:nvPr/>
        </p:nvSpPr>
        <p:spPr>
          <a:xfrm>
            <a:off x="2759020" y="4245185"/>
            <a:ext cx="1713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err="1">
                <a:cs typeface="Poppins SemiBold" panose="00000700000000000000" pitchFamily="2" charset="0"/>
              </a:rPr>
              <a:t>Workforce</a:t>
            </a:r>
            <a:r>
              <a:rPr lang="es-ES" sz="1600">
                <a:cs typeface="Poppins SemiBold" panose="00000700000000000000" pitchFamily="2" charset="0"/>
              </a:rPr>
              <a:t> Management</a:t>
            </a:r>
            <a:endParaRPr lang="es-ES" sz="160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9DAD526-1BE0-4199-93E1-EAC477966928}"/>
              </a:ext>
            </a:extLst>
          </p:cNvPr>
          <p:cNvSpPr txBox="1"/>
          <p:nvPr/>
        </p:nvSpPr>
        <p:spPr>
          <a:xfrm>
            <a:off x="2759020" y="5248026"/>
            <a:ext cx="17138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err="1">
                <a:cs typeface="Poppins SemiBold" panose="00000700000000000000" pitchFamily="2" charset="0"/>
              </a:rPr>
              <a:t>Helpdesk</a:t>
            </a:r>
            <a:endParaRPr lang="es-ES" sz="160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3AD9137-C64C-4707-A438-9D68A0CDB4F2}"/>
              </a:ext>
            </a:extLst>
          </p:cNvPr>
          <p:cNvSpPr txBox="1"/>
          <p:nvPr/>
        </p:nvSpPr>
        <p:spPr>
          <a:xfrm>
            <a:off x="7105468" y="2528853"/>
            <a:ext cx="2435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err="1">
                <a:solidFill>
                  <a:schemeClr val="accent6">
                    <a:lumMod val="50000"/>
                  </a:schemeClr>
                </a:solidFill>
                <a:cs typeface="Poppins SemiBold" panose="00000700000000000000" pitchFamily="2" charset="0"/>
              </a:rPr>
              <a:t>Voicebot</a:t>
            </a:r>
            <a:endParaRPr lang="es-ES" sz="16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F0AEB0B-DA1B-41DC-9509-2EC4B3D6AF32}"/>
              </a:ext>
            </a:extLst>
          </p:cNvPr>
          <p:cNvSpPr txBox="1"/>
          <p:nvPr/>
        </p:nvSpPr>
        <p:spPr>
          <a:xfrm>
            <a:off x="7105468" y="3401825"/>
            <a:ext cx="2435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err="1">
                <a:solidFill>
                  <a:schemeClr val="accent6">
                    <a:lumMod val="50000"/>
                  </a:schemeClr>
                </a:solidFill>
                <a:cs typeface="Poppins SemiBold" panose="00000700000000000000" pitchFamily="2" charset="0"/>
              </a:rPr>
              <a:t>Chatbot</a:t>
            </a:r>
            <a:endParaRPr lang="es-ES" sz="16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4CC65C1-6587-4729-8B1E-E786AC3D2E3D}"/>
              </a:ext>
            </a:extLst>
          </p:cNvPr>
          <p:cNvSpPr txBox="1"/>
          <p:nvPr/>
        </p:nvSpPr>
        <p:spPr>
          <a:xfrm>
            <a:off x="7105468" y="4302762"/>
            <a:ext cx="2435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err="1">
                <a:solidFill>
                  <a:schemeClr val="accent6">
                    <a:lumMod val="50000"/>
                  </a:schemeClr>
                </a:solidFill>
                <a:cs typeface="Poppins SemiBold" panose="00000700000000000000" pitchFamily="2" charset="0"/>
              </a:rPr>
              <a:t>Speech</a:t>
            </a:r>
            <a:r>
              <a:rPr lang="es-ES" sz="1600">
                <a:solidFill>
                  <a:schemeClr val="accent6">
                    <a:lumMod val="50000"/>
                  </a:schemeClr>
                </a:solidFill>
                <a:cs typeface="Poppins SemiBold" panose="00000700000000000000" pitchFamily="2" charset="0"/>
              </a:rPr>
              <a:t> </a:t>
            </a:r>
            <a:r>
              <a:rPr lang="es-ES" sz="1600" err="1">
                <a:solidFill>
                  <a:schemeClr val="accent6">
                    <a:lumMod val="50000"/>
                  </a:schemeClr>
                </a:solidFill>
                <a:cs typeface="Poppins SemiBold" panose="00000700000000000000" pitchFamily="2" charset="0"/>
              </a:rPr>
              <a:t>Analytics</a:t>
            </a:r>
            <a:endParaRPr lang="es-ES" sz="160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6430D582-14A9-4EE1-8E04-153AE4EAE2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35808" y="4332090"/>
            <a:ext cx="324000" cy="32400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4BDB4B8D-A3CC-41E1-9528-4F1BBE7E598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61252" y="5248026"/>
            <a:ext cx="324000" cy="324000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765FDE99-FBB5-494F-A899-3CDEE84931BE}"/>
              </a:ext>
            </a:extLst>
          </p:cNvPr>
          <p:cNvSpPr txBox="1"/>
          <p:nvPr/>
        </p:nvSpPr>
        <p:spPr>
          <a:xfrm>
            <a:off x="7105468" y="5236539"/>
            <a:ext cx="24358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>
                <a:solidFill>
                  <a:schemeClr val="accent6">
                    <a:lumMod val="50000"/>
                  </a:schemeClr>
                </a:solidFill>
                <a:cs typeface="Poppins SemiBold" panose="00000700000000000000" pitchFamily="2" charset="0"/>
              </a:rPr>
              <a:t>Hub Tecnológico</a:t>
            </a:r>
            <a:endParaRPr lang="es-ES" sz="16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89AB2B50-F994-4711-B503-127F57956E7E}"/>
              </a:ext>
            </a:extLst>
          </p:cNvPr>
          <p:cNvSpPr txBox="1">
            <a:spLocks/>
          </p:cNvSpPr>
          <p:nvPr/>
        </p:nvSpPr>
        <p:spPr>
          <a:xfrm>
            <a:off x="2400300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/>
              <a:t>Iconografía</a:t>
            </a:r>
            <a:endParaRPr lang="es-ES" sz="6000" spc="-150">
              <a:latin typeface="Switzer Semi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094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áfico 12">
            <a:extLst>
              <a:ext uri="{FF2B5EF4-FFF2-40B4-BE49-F238E27FC236}">
                <a16:creationId xmlns:a16="http://schemas.microsoft.com/office/drawing/2014/main" id="{AC25B830-CB7E-4441-B84B-E5F2F8D83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8272" y="2542561"/>
            <a:ext cx="324000" cy="32400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EC9D8E36-0DD3-4BAC-9BA2-844F087FCD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5890" y="4504684"/>
            <a:ext cx="324000" cy="324000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B6F6A3E5-E187-4AB6-813C-D106267946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5890" y="2552531"/>
            <a:ext cx="324000" cy="32400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7D8EA93C-9DD9-41B7-9D75-9A287CD86A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5408500" y="2552531"/>
            <a:ext cx="324000" cy="32400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9E404C09-BF47-49C4-9FFA-2A7626707F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408500" y="3531700"/>
            <a:ext cx="324000" cy="324000"/>
          </a:xfrm>
          <a:prstGeom prst="rect">
            <a:avLst/>
          </a:prstGeom>
        </p:spPr>
      </p:pic>
      <p:pic>
        <p:nvPicPr>
          <p:cNvPr id="40" name="Gráfico 39">
            <a:extLst>
              <a:ext uri="{FF2B5EF4-FFF2-40B4-BE49-F238E27FC236}">
                <a16:creationId xmlns:a16="http://schemas.microsoft.com/office/drawing/2014/main" id="{C70E5AFD-564E-4EB5-A722-A3CC488419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08500" y="4504684"/>
            <a:ext cx="324000" cy="324000"/>
          </a:xfrm>
          <a:prstGeom prst="rect">
            <a:avLst/>
          </a:prstGeom>
        </p:spPr>
      </p:pic>
      <p:pic>
        <p:nvPicPr>
          <p:cNvPr id="42" name="Gráfico 41">
            <a:extLst>
              <a:ext uri="{FF2B5EF4-FFF2-40B4-BE49-F238E27FC236}">
                <a16:creationId xmlns:a16="http://schemas.microsoft.com/office/drawing/2014/main" id="{1C5E6EA3-54E3-4360-9819-6288EAF1F8C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41110" y="2552531"/>
            <a:ext cx="324000" cy="324000"/>
          </a:xfrm>
          <a:prstGeom prst="rect">
            <a:avLst/>
          </a:prstGeom>
        </p:spPr>
      </p:pic>
      <p:pic>
        <p:nvPicPr>
          <p:cNvPr id="44" name="Gráfico 43">
            <a:extLst>
              <a:ext uri="{FF2B5EF4-FFF2-40B4-BE49-F238E27FC236}">
                <a16:creationId xmlns:a16="http://schemas.microsoft.com/office/drawing/2014/main" id="{F08E9F0D-78EA-48A3-91D3-C019DE8A15C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93106" y="3531700"/>
            <a:ext cx="324000" cy="324000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4BBF63B1-B3BB-4AB6-8171-316A659B620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4575890" y="3531700"/>
            <a:ext cx="324000" cy="324000"/>
          </a:xfrm>
          <a:prstGeom prst="rect">
            <a:avLst/>
          </a:prstGeom>
        </p:spPr>
      </p:pic>
      <p:pic>
        <p:nvPicPr>
          <p:cNvPr id="50" name="Gráfico 49">
            <a:extLst>
              <a:ext uri="{FF2B5EF4-FFF2-40B4-BE49-F238E27FC236}">
                <a16:creationId xmlns:a16="http://schemas.microsoft.com/office/drawing/2014/main" id="{3DCAFE47-B3D9-46CD-8434-2B0ADB363D8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41110" y="3531700"/>
            <a:ext cx="324000" cy="324000"/>
          </a:xfrm>
          <a:prstGeom prst="rect">
            <a:avLst/>
          </a:prstGeom>
        </p:spPr>
      </p:pic>
      <p:pic>
        <p:nvPicPr>
          <p:cNvPr id="54" name="Gráfico 53">
            <a:extLst>
              <a:ext uri="{FF2B5EF4-FFF2-40B4-BE49-F238E27FC236}">
                <a16:creationId xmlns:a16="http://schemas.microsoft.com/office/drawing/2014/main" id="{ED959413-B738-4A00-BCF9-F5A2BD35C2E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241110" y="4504684"/>
            <a:ext cx="324000" cy="324000"/>
          </a:xfrm>
          <a:prstGeom prst="rect">
            <a:avLst/>
          </a:prstGeom>
        </p:spPr>
      </p:pic>
      <p:pic>
        <p:nvPicPr>
          <p:cNvPr id="56" name="Gráfico 55">
            <a:extLst>
              <a:ext uri="{FF2B5EF4-FFF2-40B4-BE49-F238E27FC236}">
                <a16:creationId xmlns:a16="http://schemas.microsoft.com/office/drawing/2014/main" id="{5BD0C55A-8C95-470F-A654-9C63348872E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24272" y="4540684"/>
            <a:ext cx="324000" cy="324000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822DD063-0398-47E4-B931-A8437F74D5AA}"/>
              </a:ext>
            </a:extLst>
          </p:cNvPr>
          <p:cNvSpPr txBox="1">
            <a:spLocks/>
          </p:cNvSpPr>
          <p:nvPr/>
        </p:nvSpPr>
        <p:spPr>
          <a:xfrm>
            <a:off x="2400300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/>
              <a:t>Iconografía</a:t>
            </a:r>
            <a:endParaRPr lang="es-ES" sz="6000" spc="-150">
              <a:latin typeface="Switzer Semi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294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5517885D-F273-49E2-A22C-519AD3DAC67B}"/>
              </a:ext>
            </a:extLst>
          </p:cNvPr>
          <p:cNvSpPr/>
          <p:nvPr/>
        </p:nvSpPr>
        <p:spPr>
          <a:xfrm>
            <a:off x="2349723" y="1887894"/>
            <a:ext cx="3387012" cy="4292773"/>
          </a:xfrm>
          <a:prstGeom prst="roundRect">
            <a:avLst>
              <a:gd name="adj" fmla="val 598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2CA449D-F978-4CC0-B01C-76D650D65AFA}"/>
              </a:ext>
            </a:extLst>
          </p:cNvPr>
          <p:cNvSpPr txBox="1">
            <a:spLocks/>
          </p:cNvSpPr>
          <p:nvPr/>
        </p:nvSpPr>
        <p:spPr>
          <a:xfrm>
            <a:off x="2400300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/>
              <a:t>Botones</a:t>
            </a:r>
            <a:endParaRPr lang="es-ES" sz="6000" spc="-150">
              <a:latin typeface="Switzer Semibold" pitchFamily="50" charset="0"/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6DC6CC2B-14ED-46BE-97B6-2B47C37A4710}"/>
              </a:ext>
            </a:extLst>
          </p:cNvPr>
          <p:cNvSpPr txBox="1">
            <a:spLocks/>
          </p:cNvSpPr>
          <p:nvPr/>
        </p:nvSpPr>
        <p:spPr>
          <a:xfrm>
            <a:off x="3053229" y="2326433"/>
            <a:ext cx="1980000" cy="468000"/>
          </a:xfrm>
          <a:prstGeom prst="roundRect">
            <a:avLst>
              <a:gd name="adj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ES" sz="1400" dirty="0"/>
              <a:t>Botón</a:t>
            </a:r>
            <a:endParaRPr lang="es-ES" sz="1400" dirty="0">
              <a:latin typeface="Switzer Semibold" pitchFamily="50" charset="0"/>
            </a:endParaRP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BB00EF70-F546-4D72-A43E-C8EE8416D450}"/>
              </a:ext>
            </a:extLst>
          </p:cNvPr>
          <p:cNvSpPr txBox="1">
            <a:spLocks/>
          </p:cNvSpPr>
          <p:nvPr/>
        </p:nvSpPr>
        <p:spPr>
          <a:xfrm>
            <a:off x="3053229" y="3124200"/>
            <a:ext cx="1980000" cy="468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ES" sz="1400" dirty="0"/>
              <a:t>Botón</a:t>
            </a:r>
            <a:endParaRPr lang="es-ES" sz="1400" dirty="0">
              <a:latin typeface="Switzer Semibold" pitchFamily="50" charset="0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8BBB42F4-66E8-4C4A-BA67-525620B1339F}"/>
              </a:ext>
            </a:extLst>
          </p:cNvPr>
          <p:cNvSpPr txBox="1">
            <a:spLocks/>
          </p:cNvSpPr>
          <p:nvPr/>
        </p:nvSpPr>
        <p:spPr>
          <a:xfrm>
            <a:off x="3053229" y="3921967"/>
            <a:ext cx="1980000" cy="468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ES" sz="1400">
                <a:solidFill>
                  <a:srgbClr val="FFFFFF"/>
                </a:solidFill>
              </a:rPr>
              <a:t>Botón</a:t>
            </a:r>
            <a:endParaRPr lang="es-ES" sz="1400">
              <a:solidFill>
                <a:srgbClr val="FFFFFF"/>
              </a:solidFill>
              <a:latin typeface="Switzer Semibold" pitchFamily="50" charset="0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6E01483-426D-4273-8223-BC39DFE4C0EE}"/>
              </a:ext>
            </a:extLst>
          </p:cNvPr>
          <p:cNvSpPr/>
          <p:nvPr/>
        </p:nvSpPr>
        <p:spPr>
          <a:xfrm>
            <a:off x="6096000" y="1887894"/>
            <a:ext cx="3387012" cy="4292773"/>
          </a:xfrm>
          <a:prstGeom prst="roundRect">
            <a:avLst>
              <a:gd name="adj" fmla="val 598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069020BE-9FFF-4140-A050-87CD252CE408}"/>
              </a:ext>
            </a:extLst>
          </p:cNvPr>
          <p:cNvSpPr txBox="1">
            <a:spLocks/>
          </p:cNvSpPr>
          <p:nvPr/>
        </p:nvSpPr>
        <p:spPr>
          <a:xfrm>
            <a:off x="6799506" y="2326433"/>
            <a:ext cx="1980000" cy="468000"/>
          </a:xfrm>
          <a:prstGeom prst="roundRect">
            <a:avLst>
              <a:gd name="adj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ES" sz="1400">
                <a:solidFill>
                  <a:srgbClr val="FFFFFF"/>
                </a:solidFill>
              </a:rPr>
              <a:t>Botón</a:t>
            </a:r>
            <a:endParaRPr lang="es-ES" sz="1400">
              <a:solidFill>
                <a:srgbClr val="FFFFFF"/>
              </a:solidFill>
              <a:latin typeface="Switzer Semibold" pitchFamily="50" charset="0"/>
            </a:endParaRP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3AD31779-D696-4AEA-B35A-EB6D97A024D4}"/>
              </a:ext>
            </a:extLst>
          </p:cNvPr>
          <p:cNvSpPr txBox="1">
            <a:spLocks/>
          </p:cNvSpPr>
          <p:nvPr/>
        </p:nvSpPr>
        <p:spPr>
          <a:xfrm>
            <a:off x="6799506" y="3124200"/>
            <a:ext cx="1980000" cy="468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ES" sz="1400"/>
              <a:t>Botón</a:t>
            </a:r>
            <a:endParaRPr lang="es-ES" sz="1400">
              <a:latin typeface="Switzer Semibold" pitchFamily="50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077A2072-28C1-4AA3-B61B-0D886C4D29AF}"/>
              </a:ext>
            </a:extLst>
          </p:cNvPr>
          <p:cNvSpPr txBox="1">
            <a:spLocks/>
          </p:cNvSpPr>
          <p:nvPr/>
        </p:nvSpPr>
        <p:spPr>
          <a:xfrm>
            <a:off x="6799506" y="3921967"/>
            <a:ext cx="1980000" cy="46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ES" sz="1400"/>
              <a:t>Botón</a:t>
            </a:r>
            <a:endParaRPr lang="es-ES" sz="1400">
              <a:latin typeface="Switzer Semibold" pitchFamily="50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ACDC07C-2684-43E5-B019-4D331B0F84E1}"/>
              </a:ext>
            </a:extLst>
          </p:cNvPr>
          <p:cNvGrpSpPr/>
          <p:nvPr/>
        </p:nvGrpSpPr>
        <p:grpSpPr>
          <a:xfrm>
            <a:off x="2899872" y="5415901"/>
            <a:ext cx="2286714" cy="511484"/>
            <a:chOff x="2905737" y="5415901"/>
            <a:chExt cx="2286714" cy="511484"/>
          </a:xfrm>
        </p:grpSpPr>
        <p:sp>
          <p:nvSpPr>
            <p:cNvPr id="41" name="Título 1">
              <a:extLst>
                <a:ext uri="{FF2B5EF4-FFF2-40B4-BE49-F238E27FC236}">
                  <a16:creationId xmlns:a16="http://schemas.microsoft.com/office/drawing/2014/main" id="{B4A717A2-257A-4733-AA81-F67579FAC025}"/>
                </a:ext>
              </a:extLst>
            </p:cNvPr>
            <p:cNvSpPr txBox="1">
              <a:spLocks/>
            </p:cNvSpPr>
            <p:nvPr/>
          </p:nvSpPr>
          <p:spPr>
            <a:xfrm>
              <a:off x="2905737" y="5415901"/>
              <a:ext cx="2286714" cy="511484"/>
            </a:xfrm>
            <a:prstGeom prst="rect">
              <a:avLst/>
            </a:prstGeom>
            <a:ln w="19050"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s-ES" sz="1400" u="sng"/>
                <a:t>Botón sin caja (enlace)</a:t>
              </a:r>
              <a:endParaRPr lang="es-ES" sz="1400" u="sng">
                <a:latin typeface="Switzer Semibold" pitchFamily="50" charset="0"/>
              </a:endParaRPr>
            </a:p>
          </p:txBody>
        </p:sp>
        <p:pic>
          <p:nvPicPr>
            <p:cNvPr id="42" name="Gráfico 41">
              <a:extLst>
                <a:ext uri="{FF2B5EF4-FFF2-40B4-BE49-F238E27FC236}">
                  <a16:creationId xmlns:a16="http://schemas.microsoft.com/office/drawing/2014/main" id="{D23E2B9A-DEDF-4AE4-A90A-AC0697849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4909556" y="5554110"/>
              <a:ext cx="252000" cy="252000"/>
            </a:xfrm>
            <a:prstGeom prst="rect">
              <a:avLst/>
            </a:prstGeom>
          </p:spPr>
        </p:pic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6FEF7B73-A979-4B4D-9AE4-6438E0660187}"/>
              </a:ext>
            </a:extLst>
          </p:cNvPr>
          <p:cNvGrpSpPr/>
          <p:nvPr/>
        </p:nvGrpSpPr>
        <p:grpSpPr>
          <a:xfrm>
            <a:off x="2982066" y="4738394"/>
            <a:ext cx="2122326" cy="468000"/>
            <a:chOff x="2930165" y="4738394"/>
            <a:chExt cx="2122326" cy="468000"/>
          </a:xfrm>
        </p:grpSpPr>
        <p:sp>
          <p:nvSpPr>
            <p:cNvPr id="36" name="Título 1">
              <a:extLst>
                <a:ext uri="{FF2B5EF4-FFF2-40B4-BE49-F238E27FC236}">
                  <a16:creationId xmlns:a16="http://schemas.microsoft.com/office/drawing/2014/main" id="{7304B0A0-E309-46CA-A02F-19B567CEFB8E}"/>
                </a:ext>
              </a:extLst>
            </p:cNvPr>
            <p:cNvSpPr txBox="1">
              <a:spLocks/>
            </p:cNvSpPr>
            <p:nvPr/>
          </p:nvSpPr>
          <p:spPr>
            <a:xfrm>
              <a:off x="2930165" y="4738394"/>
              <a:ext cx="2122326" cy="468000"/>
            </a:xfrm>
            <a:prstGeom prst="roundRect">
              <a:avLst>
                <a:gd name="adj" fmla="val 50000"/>
              </a:avLst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252000">
                <a:lnSpc>
                  <a:spcPct val="100000"/>
                </a:lnSpc>
              </a:pPr>
              <a:r>
                <a:rPr lang="es-ES" sz="1400" dirty="0"/>
                <a:t>Botón + icono</a:t>
              </a:r>
              <a:endParaRPr lang="es-ES" sz="1400" dirty="0">
                <a:latin typeface="Switzer Semibold" pitchFamily="50" charset="0"/>
              </a:endParaRPr>
            </a:p>
          </p:txBody>
        </p:sp>
        <p:pic>
          <p:nvPicPr>
            <p:cNvPr id="43" name="Gráfico 42">
              <a:extLst>
                <a:ext uri="{FF2B5EF4-FFF2-40B4-BE49-F238E27FC236}">
                  <a16:creationId xmlns:a16="http://schemas.microsoft.com/office/drawing/2014/main" id="{CA8F85A2-E586-496A-B8A1-B9FE258C1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49556" y="4788133"/>
              <a:ext cx="360000" cy="360000"/>
            </a:xfrm>
            <a:prstGeom prst="rect">
              <a:avLst/>
            </a:prstGeom>
          </p:spPr>
        </p:pic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3AB92386-791C-4B7E-8424-5CD011DB06FB}"/>
              </a:ext>
            </a:extLst>
          </p:cNvPr>
          <p:cNvGrpSpPr/>
          <p:nvPr/>
        </p:nvGrpSpPr>
        <p:grpSpPr>
          <a:xfrm>
            <a:off x="6728343" y="4713267"/>
            <a:ext cx="2122326" cy="468000"/>
            <a:chOff x="6738644" y="4713267"/>
            <a:chExt cx="2122326" cy="468000"/>
          </a:xfrm>
        </p:grpSpPr>
        <p:sp>
          <p:nvSpPr>
            <p:cNvPr id="44" name="Título 1">
              <a:extLst>
                <a:ext uri="{FF2B5EF4-FFF2-40B4-BE49-F238E27FC236}">
                  <a16:creationId xmlns:a16="http://schemas.microsoft.com/office/drawing/2014/main" id="{8D8E13B4-DAF5-465C-AA6D-4786A90059FC}"/>
                </a:ext>
              </a:extLst>
            </p:cNvPr>
            <p:cNvSpPr txBox="1">
              <a:spLocks/>
            </p:cNvSpPr>
            <p:nvPr/>
          </p:nvSpPr>
          <p:spPr>
            <a:xfrm>
              <a:off x="6738644" y="4713267"/>
              <a:ext cx="2122326" cy="468000"/>
            </a:xfrm>
            <a:prstGeom prst="roundRect">
              <a:avLst>
                <a:gd name="adj" fmla="val 50000"/>
              </a:avLst>
            </a:prstGeom>
            <a:ln w="19050">
              <a:solidFill>
                <a:schemeClr val="accent6">
                  <a:lumMod val="60000"/>
                  <a:lumOff val="40000"/>
                </a:schemeClr>
              </a:solidFill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252000">
                <a:lnSpc>
                  <a:spcPct val="100000"/>
                </a:lnSpc>
              </a:pPr>
              <a:r>
                <a:rPr lang="es-ES" sz="1400">
                  <a:solidFill>
                    <a:srgbClr val="FFFFFF"/>
                  </a:solidFill>
                </a:rPr>
                <a:t>Botón + icono</a:t>
              </a:r>
              <a:endParaRPr lang="es-ES" sz="1400">
                <a:solidFill>
                  <a:srgbClr val="FFFFFF"/>
                </a:solidFill>
                <a:latin typeface="Switzer Semibold" pitchFamily="50" charset="0"/>
              </a:endParaRPr>
            </a:p>
          </p:txBody>
        </p:sp>
        <p:pic>
          <p:nvPicPr>
            <p:cNvPr id="45" name="Gráfico 44">
              <a:extLst>
                <a:ext uri="{FF2B5EF4-FFF2-40B4-BE49-F238E27FC236}">
                  <a16:creationId xmlns:a16="http://schemas.microsoft.com/office/drawing/2014/main" id="{69CCF0A1-5B1A-428C-8E3D-8360538FD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358035" y="4763006"/>
              <a:ext cx="360000" cy="360000"/>
            </a:xfrm>
            <a:prstGeom prst="rect">
              <a:avLst/>
            </a:prstGeom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5B6AE29C-C7FC-4264-ADA8-056904126873}"/>
              </a:ext>
            </a:extLst>
          </p:cNvPr>
          <p:cNvGrpSpPr/>
          <p:nvPr/>
        </p:nvGrpSpPr>
        <p:grpSpPr>
          <a:xfrm>
            <a:off x="6646149" y="5424003"/>
            <a:ext cx="2286714" cy="511484"/>
            <a:chOff x="6738644" y="5424003"/>
            <a:chExt cx="2286714" cy="511484"/>
          </a:xfrm>
        </p:grpSpPr>
        <p:sp>
          <p:nvSpPr>
            <p:cNvPr id="47" name="Título 1">
              <a:extLst>
                <a:ext uri="{FF2B5EF4-FFF2-40B4-BE49-F238E27FC236}">
                  <a16:creationId xmlns:a16="http://schemas.microsoft.com/office/drawing/2014/main" id="{816C45F3-74DB-4D8F-863D-F4245FDD2270}"/>
                </a:ext>
              </a:extLst>
            </p:cNvPr>
            <p:cNvSpPr txBox="1">
              <a:spLocks/>
            </p:cNvSpPr>
            <p:nvPr/>
          </p:nvSpPr>
          <p:spPr>
            <a:xfrm>
              <a:off x="6738644" y="5424003"/>
              <a:ext cx="2286714" cy="511484"/>
            </a:xfrm>
            <a:prstGeom prst="rect">
              <a:avLst/>
            </a:prstGeom>
            <a:ln w="19050">
              <a:noFill/>
            </a:ln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es-ES" sz="1400" u="sng" dirty="0">
                  <a:solidFill>
                    <a:srgbClr val="FFFFFF"/>
                  </a:solidFill>
                </a:rPr>
                <a:t>Botón sin caja (enlace)</a:t>
              </a:r>
              <a:endParaRPr lang="es-ES" sz="1400" u="sng" dirty="0">
                <a:solidFill>
                  <a:srgbClr val="FFFFFF"/>
                </a:solidFill>
                <a:latin typeface="Switzer Semibold" pitchFamily="50" charset="0"/>
              </a:endParaRPr>
            </a:p>
          </p:txBody>
        </p:sp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F998F870-8781-4E13-9821-2E41AF03C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V="1">
              <a:off x="8742463" y="5562212"/>
              <a:ext cx="252000" cy="25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4549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2CA449D-F978-4CC0-B01C-76D650D65AFA}"/>
              </a:ext>
            </a:extLst>
          </p:cNvPr>
          <p:cNvSpPr txBox="1">
            <a:spLocks/>
          </p:cNvSpPr>
          <p:nvPr/>
        </p:nvSpPr>
        <p:spPr>
          <a:xfrm>
            <a:off x="2400300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/>
              <a:t>Etiquetas</a:t>
            </a:r>
            <a:endParaRPr lang="es-ES" sz="6000" spc="-150">
              <a:latin typeface="Switzer Semibold" pitchFamily="50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1210586B-7017-4BCE-9D7B-C79306A74838}"/>
              </a:ext>
            </a:extLst>
          </p:cNvPr>
          <p:cNvSpPr/>
          <p:nvPr/>
        </p:nvSpPr>
        <p:spPr>
          <a:xfrm>
            <a:off x="5855461" y="2316855"/>
            <a:ext cx="3539613" cy="3741175"/>
          </a:xfrm>
          <a:prstGeom prst="roundRect">
            <a:avLst>
              <a:gd name="adj" fmla="val 5199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0"/>
              </a:lnSpc>
            </a:pPr>
            <a:endParaRPr lang="es-ES" sz="1400">
              <a:solidFill>
                <a:schemeClr val="accent6">
                  <a:lumMod val="60000"/>
                  <a:lumOff val="40000"/>
                </a:schemeClr>
              </a:solidFill>
              <a:latin typeface="Switzer Light" pitchFamily="50" charset="0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0C4ABE8-F002-4F2C-9F3D-D3C0398039E3}"/>
              </a:ext>
            </a:extLst>
          </p:cNvPr>
          <p:cNvGrpSpPr/>
          <p:nvPr/>
        </p:nvGrpSpPr>
        <p:grpSpPr>
          <a:xfrm>
            <a:off x="6622068" y="3277738"/>
            <a:ext cx="2090491" cy="442819"/>
            <a:chOff x="6373263" y="2909703"/>
            <a:chExt cx="2090491" cy="442819"/>
          </a:xfrm>
        </p:grpSpPr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CB3961FD-FF5C-4427-B854-EC45F7837F58}"/>
                </a:ext>
              </a:extLst>
            </p:cNvPr>
            <p:cNvSpPr/>
            <p:nvPr/>
          </p:nvSpPr>
          <p:spPr>
            <a:xfrm>
              <a:off x="6373263" y="2909703"/>
              <a:ext cx="2090491" cy="442819"/>
            </a:xfrm>
            <a:prstGeom prst="roundRect">
              <a:avLst/>
            </a:pr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1" name="Rectángulo: esquinas redondeadas 30">
              <a:extLst>
                <a:ext uri="{FF2B5EF4-FFF2-40B4-BE49-F238E27FC236}">
                  <a16:creationId xmlns:a16="http://schemas.microsoft.com/office/drawing/2014/main" id="{D56C2FF9-435F-42D0-9B58-FAEE5157B1A9}"/>
                </a:ext>
              </a:extLst>
            </p:cNvPr>
            <p:cNvSpPr/>
            <p:nvPr/>
          </p:nvSpPr>
          <p:spPr>
            <a:xfrm>
              <a:off x="6794210" y="2933821"/>
              <a:ext cx="1564930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400">
                  <a:solidFill>
                    <a:schemeClr val="bg1"/>
                  </a:solidFill>
                  <a:latin typeface="+mj-lt"/>
                </a:rPr>
                <a:t>Hub Tecnológico</a:t>
              </a:r>
            </a:p>
          </p:txBody>
        </p:sp>
        <p:pic>
          <p:nvPicPr>
            <p:cNvPr id="32" name="Gráfico 31">
              <a:extLst>
                <a:ext uri="{FF2B5EF4-FFF2-40B4-BE49-F238E27FC236}">
                  <a16:creationId xmlns:a16="http://schemas.microsoft.com/office/drawing/2014/main" id="{A0569F3E-C8C4-4EE0-83F1-579E1CD6F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98178" y="3016812"/>
              <a:ext cx="228600" cy="228600"/>
            </a:xfrm>
            <a:prstGeom prst="rect">
              <a:avLst/>
            </a:prstGeom>
          </p:spPr>
        </p:pic>
      </p:grp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5F61539C-EC88-447E-BB09-DDE866BBBCBF}"/>
              </a:ext>
            </a:extLst>
          </p:cNvPr>
          <p:cNvSpPr/>
          <p:nvPr/>
        </p:nvSpPr>
        <p:spPr>
          <a:xfrm>
            <a:off x="6624551" y="5252271"/>
            <a:ext cx="1657945" cy="442819"/>
          </a:xfrm>
          <a:prstGeom prst="round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9DAF4534-6A05-4478-98B7-608C8D0795BF}"/>
              </a:ext>
            </a:extLst>
          </p:cNvPr>
          <p:cNvSpPr/>
          <p:nvPr/>
        </p:nvSpPr>
        <p:spPr>
          <a:xfrm>
            <a:off x="6622068" y="4613091"/>
            <a:ext cx="1731308" cy="442819"/>
          </a:xfrm>
          <a:prstGeom prst="round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35" name="Imagen 34" descr="Logotipo&#10;&#10;Descripción generada automáticamente">
            <a:extLst>
              <a:ext uri="{FF2B5EF4-FFF2-40B4-BE49-F238E27FC236}">
                <a16:creationId xmlns:a16="http://schemas.microsoft.com/office/drawing/2014/main" id="{3E933579-31D2-46E8-AAEE-17815A3141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959" y="4726830"/>
            <a:ext cx="1351526" cy="215339"/>
          </a:xfrm>
          <a:prstGeom prst="rect">
            <a:avLst/>
          </a:prstGeom>
        </p:spPr>
      </p:pic>
      <p:grpSp>
        <p:nvGrpSpPr>
          <p:cNvPr id="37" name="Grupo 36">
            <a:extLst>
              <a:ext uri="{FF2B5EF4-FFF2-40B4-BE49-F238E27FC236}">
                <a16:creationId xmlns:a16="http://schemas.microsoft.com/office/drawing/2014/main" id="{89CE7C2F-EAAB-4557-ACD8-8981B18FF221}"/>
              </a:ext>
            </a:extLst>
          </p:cNvPr>
          <p:cNvGrpSpPr/>
          <p:nvPr/>
        </p:nvGrpSpPr>
        <p:grpSpPr>
          <a:xfrm>
            <a:off x="6811959" y="5309092"/>
            <a:ext cx="1281127" cy="314325"/>
            <a:chOff x="6175418" y="4795993"/>
            <a:chExt cx="2955722" cy="725187"/>
          </a:xfrm>
        </p:grpSpPr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23CD9562-60D4-4C7F-B717-3BAC92C531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26495"/>
            <a:stretch/>
          </p:blipFill>
          <p:spPr>
            <a:xfrm>
              <a:off x="6858002" y="4795993"/>
              <a:ext cx="2273138" cy="725187"/>
            </a:xfrm>
            <a:prstGeom prst="rect">
              <a:avLst/>
            </a:prstGeom>
          </p:spPr>
        </p:pic>
        <p:pic>
          <p:nvPicPr>
            <p:cNvPr id="39" name="Gráfico 38">
              <a:extLst>
                <a:ext uri="{FF2B5EF4-FFF2-40B4-BE49-F238E27FC236}">
                  <a16:creationId xmlns:a16="http://schemas.microsoft.com/office/drawing/2014/main" id="{6E98B49E-7666-4254-8C32-B2D7AABF20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75418" y="4895907"/>
              <a:ext cx="533076" cy="539999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5E51E112-A26F-4790-AD54-CDA2C86A3DEE}"/>
              </a:ext>
            </a:extLst>
          </p:cNvPr>
          <p:cNvGrpSpPr/>
          <p:nvPr/>
        </p:nvGrpSpPr>
        <p:grpSpPr>
          <a:xfrm>
            <a:off x="6622069" y="3909439"/>
            <a:ext cx="1673824" cy="442819"/>
            <a:chOff x="6373264" y="3600396"/>
            <a:chExt cx="1673824" cy="442819"/>
          </a:xfrm>
        </p:grpSpPr>
        <p:sp>
          <p:nvSpPr>
            <p:cNvPr id="49" name="Rectángulo: esquinas redondeadas 48">
              <a:extLst>
                <a:ext uri="{FF2B5EF4-FFF2-40B4-BE49-F238E27FC236}">
                  <a16:creationId xmlns:a16="http://schemas.microsoft.com/office/drawing/2014/main" id="{F89099E6-BF2A-47C8-9D48-874B24953DB0}"/>
                </a:ext>
              </a:extLst>
            </p:cNvPr>
            <p:cNvSpPr/>
            <p:nvPr/>
          </p:nvSpPr>
          <p:spPr>
            <a:xfrm>
              <a:off x="6373264" y="3600396"/>
              <a:ext cx="1471018" cy="442819"/>
            </a:xfrm>
            <a:prstGeom prst="roundRect">
              <a:avLst/>
            </a:pr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Rectángulo: esquinas redondeadas 49">
              <a:extLst>
                <a:ext uri="{FF2B5EF4-FFF2-40B4-BE49-F238E27FC236}">
                  <a16:creationId xmlns:a16="http://schemas.microsoft.com/office/drawing/2014/main" id="{31DFC5DF-129B-4F8B-83A2-7B608D9B33CA}"/>
                </a:ext>
              </a:extLst>
            </p:cNvPr>
            <p:cNvSpPr/>
            <p:nvPr/>
          </p:nvSpPr>
          <p:spPr>
            <a:xfrm>
              <a:off x="6794210" y="3624514"/>
              <a:ext cx="1252878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400">
                  <a:solidFill>
                    <a:schemeClr val="bg1"/>
                  </a:solidFill>
                  <a:latin typeface="+mj-lt"/>
                </a:rPr>
                <a:t>Servicios</a:t>
              </a:r>
            </a:p>
          </p:txBody>
        </p:sp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7514F715-4E44-4745-9D86-646CC789A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86478" y="3676141"/>
              <a:ext cx="288000" cy="288000"/>
            </a:xfrm>
            <a:prstGeom prst="rect">
              <a:avLst/>
            </a:prstGeom>
          </p:spPr>
        </p:pic>
      </p:grpSp>
      <p:sp>
        <p:nvSpPr>
          <p:cNvPr id="52" name="Título 1">
            <a:extLst>
              <a:ext uri="{FF2B5EF4-FFF2-40B4-BE49-F238E27FC236}">
                <a16:creationId xmlns:a16="http://schemas.microsoft.com/office/drawing/2014/main" id="{1D947CAC-FCC9-4D89-A9AA-6DF34D48B304}"/>
              </a:ext>
            </a:extLst>
          </p:cNvPr>
          <p:cNvSpPr txBox="1">
            <a:spLocks/>
          </p:cNvSpPr>
          <p:nvPr/>
        </p:nvSpPr>
        <p:spPr>
          <a:xfrm>
            <a:off x="2400300" y="1364143"/>
            <a:ext cx="7391400" cy="629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2400">
                <a:solidFill>
                  <a:schemeClr val="accent6"/>
                </a:solidFill>
              </a:rPr>
              <a:t>Ejemplos de uso</a:t>
            </a:r>
            <a:endParaRPr lang="es-ES" sz="2400">
              <a:solidFill>
                <a:schemeClr val="accent6"/>
              </a:solidFill>
              <a:latin typeface="Switzer Semibold" pitchFamily="50" charset="0"/>
            </a:endParaRP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BC8E360C-52C7-4AC2-B133-61C87BF0CBF3}"/>
              </a:ext>
            </a:extLst>
          </p:cNvPr>
          <p:cNvSpPr/>
          <p:nvPr/>
        </p:nvSpPr>
        <p:spPr>
          <a:xfrm>
            <a:off x="2158784" y="2316855"/>
            <a:ext cx="3539613" cy="3741175"/>
          </a:xfrm>
          <a:prstGeom prst="roundRect">
            <a:avLst>
              <a:gd name="adj" fmla="val 51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0"/>
              </a:lnSpc>
            </a:pPr>
            <a:endParaRPr lang="es-ES" sz="1400">
              <a:solidFill>
                <a:schemeClr val="accent6">
                  <a:lumMod val="60000"/>
                  <a:lumOff val="40000"/>
                </a:schemeClr>
              </a:solidFill>
              <a:latin typeface="Switzer Light" pitchFamily="50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060AF049-D5E3-46C8-BD0D-D79513B21616}"/>
              </a:ext>
            </a:extLst>
          </p:cNvPr>
          <p:cNvGrpSpPr/>
          <p:nvPr/>
        </p:nvGrpSpPr>
        <p:grpSpPr>
          <a:xfrm>
            <a:off x="2883344" y="3277738"/>
            <a:ext cx="2090491" cy="442819"/>
            <a:chOff x="2634539" y="2909703"/>
            <a:chExt cx="2090491" cy="442819"/>
          </a:xfrm>
        </p:grpSpPr>
        <p:sp>
          <p:nvSpPr>
            <p:cNvPr id="54" name="Rectángulo: esquinas redondeadas 53">
              <a:extLst>
                <a:ext uri="{FF2B5EF4-FFF2-40B4-BE49-F238E27FC236}">
                  <a16:creationId xmlns:a16="http://schemas.microsoft.com/office/drawing/2014/main" id="{18105198-0539-4E78-8E79-F36ED9E0DB43}"/>
                </a:ext>
              </a:extLst>
            </p:cNvPr>
            <p:cNvSpPr/>
            <p:nvPr/>
          </p:nvSpPr>
          <p:spPr>
            <a:xfrm>
              <a:off x="2634539" y="2909703"/>
              <a:ext cx="2090491" cy="442819"/>
            </a:xfrm>
            <a:prstGeom prst="roundRect">
              <a:avLst/>
            </a:prstGeom>
            <a:solidFill>
              <a:schemeClr val="tx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5" name="Rectángulo: esquinas redondeadas 54">
              <a:extLst>
                <a:ext uri="{FF2B5EF4-FFF2-40B4-BE49-F238E27FC236}">
                  <a16:creationId xmlns:a16="http://schemas.microsoft.com/office/drawing/2014/main" id="{9ABA3BC0-2BB5-4031-8D36-AC9E8776B41F}"/>
                </a:ext>
              </a:extLst>
            </p:cNvPr>
            <p:cNvSpPr/>
            <p:nvPr/>
          </p:nvSpPr>
          <p:spPr>
            <a:xfrm>
              <a:off x="3055486" y="2933821"/>
              <a:ext cx="1564930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400">
                  <a:solidFill>
                    <a:schemeClr val="tx1"/>
                  </a:solidFill>
                  <a:latin typeface="+mj-lt"/>
                </a:rPr>
                <a:t>Hub Tecnológico</a:t>
              </a:r>
            </a:p>
          </p:txBody>
        </p:sp>
        <p:pic>
          <p:nvPicPr>
            <p:cNvPr id="56" name="Gráfico 55">
              <a:extLst>
                <a:ext uri="{FF2B5EF4-FFF2-40B4-BE49-F238E27FC236}">
                  <a16:creationId xmlns:a16="http://schemas.microsoft.com/office/drawing/2014/main" id="{9BE65312-113C-4D53-9D96-719137C93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759454" y="3016812"/>
              <a:ext cx="228600" cy="228600"/>
            </a:xfrm>
            <a:prstGeom prst="rect">
              <a:avLst/>
            </a:prstGeom>
          </p:spPr>
        </p:pic>
      </p:grp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815C8667-E81B-4AF4-B93C-A6461049F7B2}"/>
              </a:ext>
            </a:extLst>
          </p:cNvPr>
          <p:cNvSpPr/>
          <p:nvPr/>
        </p:nvSpPr>
        <p:spPr>
          <a:xfrm>
            <a:off x="2885827" y="5252271"/>
            <a:ext cx="1657945" cy="442819"/>
          </a:xfrm>
          <a:prstGeom prst="roundRect">
            <a:avLst/>
          </a:prstGeom>
          <a:solidFill>
            <a:schemeClr val="tx1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4F8A5636-D78E-4ED3-8A85-782460E0BEF7}"/>
              </a:ext>
            </a:extLst>
          </p:cNvPr>
          <p:cNvSpPr/>
          <p:nvPr/>
        </p:nvSpPr>
        <p:spPr>
          <a:xfrm>
            <a:off x="2883344" y="4613091"/>
            <a:ext cx="1731308" cy="442819"/>
          </a:xfrm>
          <a:prstGeom prst="roundRect">
            <a:avLst/>
          </a:prstGeom>
          <a:solidFill>
            <a:schemeClr val="tx1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0" name="Grupo 59">
            <a:extLst>
              <a:ext uri="{FF2B5EF4-FFF2-40B4-BE49-F238E27FC236}">
                <a16:creationId xmlns:a16="http://schemas.microsoft.com/office/drawing/2014/main" id="{A8DE2B9A-254E-436A-855E-13634850A61C}"/>
              </a:ext>
            </a:extLst>
          </p:cNvPr>
          <p:cNvGrpSpPr/>
          <p:nvPr/>
        </p:nvGrpSpPr>
        <p:grpSpPr>
          <a:xfrm>
            <a:off x="3073235" y="5309092"/>
            <a:ext cx="1281127" cy="314325"/>
            <a:chOff x="6175418" y="4795993"/>
            <a:chExt cx="2955722" cy="725187"/>
          </a:xfrm>
        </p:grpSpPr>
        <p:pic>
          <p:nvPicPr>
            <p:cNvPr id="61" name="Gráfico 60">
              <a:extLst>
                <a:ext uri="{FF2B5EF4-FFF2-40B4-BE49-F238E27FC236}">
                  <a16:creationId xmlns:a16="http://schemas.microsoft.com/office/drawing/2014/main" id="{7137974C-10A5-437F-8C38-8980EDDDFA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 l="26495"/>
            <a:stretch/>
          </p:blipFill>
          <p:spPr>
            <a:xfrm>
              <a:off x="6858002" y="4795993"/>
              <a:ext cx="2273138" cy="725187"/>
            </a:xfrm>
            <a:prstGeom prst="rect">
              <a:avLst/>
            </a:prstGeom>
          </p:spPr>
        </p:pic>
        <p:pic>
          <p:nvPicPr>
            <p:cNvPr id="62" name="Gráfico 61">
              <a:extLst>
                <a:ext uri="{FF2B5EF4-FFF2-40B4-BE49-F238E27FC236}">
                  <a16:creationId xmlns:a16="http://schemas.microsoft.com/office/drawing/2014/main" id="{AA3C40C3-1BD3-4B44-AD33-2B463728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75418" y="4895907"/>
              <a:ext cx="533076" cy="539999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FBFD5F7-1295-4BA3-A287-F71AFDE04723}"/>
              </a:ext>
            </a:extLst>
          </p:cNvPr>
          <p:cNvGrpSpPr/>
          <p:nvPr/>
        </p:nvGrpSpPr>
        <p:grpSpPr>
          <a:xfrm>
            <a:off x="2883345" y="3909439"/>
            <a:ext cx="1673824" cy="442819"/>
            <a:chOff x="2634540" y="3600396"/>
            <a:chExt cx="1673824" cy="442819"/>
          </a:xfrm>
        </p:grpSpPr>
        <p:sp>
          <p:nvSpPr>
            <p:cNvPr id="63" name="Rectángulo: esquinas redondeadas 62">
              <a:extLst>
                <a:ext uri="{FF2B5EF4-FFF2-40B4-BE49-F238E27FC236}">
                  <a16:creationId xmlns:a16="http://schemas.microsoft.com/office/drawing/2014/main" id="{306959EA-7A1C-4FC3-88B7-DAB56D175FD8}"/>
                </a:ext>
              </a:extLst>
            </p:cNvPr>
            <p:cNvSpPr/>
            <p:nvPr/>
          </p:nvSpPr>
          <p:spPr>
            <a:xfrm>
              <a:off x="2634540" y="3600396"/>
              <a:ext cx="1471018" cy="442819"/>
            </a:xfrm>
            <a:prstGeom prst="roundRect">
              <a:avLst/>
            </a:prstGeom>
            <a:solidFill>
              <a:schemeClr val="tx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4" name="Rectángulo: esquinas redondeadas 63">
              <a:extLst>
                <a:ext uri="{FF2B5EF4-FFF2-40B4-BE49-F238E27FC236}">
                  <a16:creationId xmlns:a16="http://schemas.microsoft.com/office/drawing/2014/main" id="{F478BD32-CB5F-405D-AD47-EC95EAD78642}"/>
                </a:ext>
              </a:extLst>
            </p:cNvPr>
            <p:cNvSpPr/>
            <p:nvPr/>
          </p:nvSpPr>
          <p:spPr>
            <a:xfrm>
              <a:off x="3055486" y="3624514"/>
              <a:ext cx="1252878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400">
                  <a:solidFill>
                    <a:schemeClr val="tx1"/>
                  </a:solidFill>
                  <a:latin typeface="+mj-lt"/>
                </a:rPr>
                <a:t>Servicios</a:t>
              </a:r>
            </a:p>
          </p:txBody>
        </p:sp>
        <p:pic>
          <p:nvPicPr>
            <p:cNvPr id="65" name="Gráfico 64">
              <a:extLst>
                <a:ext uri="{FF2B5EF4-FFF2-40B4-BE49-F238E27FC236}">
                  <a16:creationId xmlns:a16="http://schemas.microsoft.com/office/drawing/2014/main" id="{14645C4A-62F5-41D1-A3A9-652C19932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747754" y="3676141"/>
              <a:ext cx="288000" cy="288000"/>
            </a:xfrm>
            <a:prstGeom prst="rect">
              <a:avLst/>
            </a:prstGeom>
          </p:spPr>
        </p:pic>
      </p:grpSp>
      <p:pic>
        <p:nvPicPr>
          <p:cNvPr id="9" name="Imagen 8" descr="Icono&#10;&#10;Descripción generada automáticamente con confianza media">
            <a:extLst>
              <a:ext uri="{FF2B5EF4-FFF2-40B4-BE49-F238E27FC236}">
                <a16:creationId xmlns:a16="http://schemas.microsoft.com/office/drawing/2014/main" id="{7ABF2494-0A40-47EB-A80D-862F15EBFA0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731" y="4726169"/>
            <a:ext cx="1355674" cy="216000"/>
          </a:xfrm>
          <a:prstGeom prst="rect">
            <a:avLst/>
          </a:prstGeom>
        </p:spPr>
      </p:pic>
      <p:grpSp>
        <p:nvGrpSpPr>
          <p:cNvPr id="43" name="Grupo 42">
            <a:extLst>
              <a:ext uri="{FF2B5EF4-FFF2-40B4-BE49-F238E27FC236}">
                <a16:creationId xmlns:a16="http://schemas.microsoft.com/office/drawing/2014/main" id="{309CF9B4-C7EF-4050-9928-B3727CB2C0CD}"/>
              </a:ext>
            </a:extLst>
          </p:cNvPr>
          <p:cNvGrpSpPr/>
          <p:nvPr/>
        </p:nvGrpSpPr>
        <p:grpSpPr>
          <a:xfrm>
            <a:off x="2883344" y="2663749"/>
            <a:ext cx="1059391" cy="442819"/>
            <a:chOff x="2634539" y="2909703"/>
            <a:chExt cx="1059391" cy="442819"/>
          </a:xfrm>
        </p:grpSpPr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834BCB11-F915-4621-9243-C2B30078A130}"/>
                </a:ext>
              </a:extLst>
            </p:cNvPr>
            <p:cNvSpPr/>
            <p:nvPr/>
          </p:nvSpPr>
          <p:spPr>
            <a:xfrm>
              <a:off x="2634539" y="2909703"/>
              <a:ext cx="1059391" cy="442819"/>
            </a:xfrm>
            <a:prstGeom prst="roundRect">
              <a:avLst/>
            </a:prstGeom>
            <a:solidFill>
              <a:schemeClr val="tx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5" name="Rectángulo: esquinas redondeadas 44">
              <a:extLst>
                <a:ext uri="{FF2B5EF4-FFF2-40B4-BE49-F238E27FC236}">
                  <a16:creationId xmlns:a16="http://schemas.microsoft.com/office/drawing/2014/main" id="{B65E26A5-B13E-488C-86CF-AB4A2791056B}"/>
                </a:ext>
              </a:extLst>
            </p:cNvPr>
            <p:cNvSpPr/>
            <p:nvPr/>
          </p:nvSpPr>
          <p:spPr>
            <a:xfrm>
              <a:off x="2738504" y="2933821"/>
              <a:ext cx="874419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400">
                  <a:solidFill>
                    <a:schemeClr val="tx1"/>
                  </a:solidFill>
                  <a:latin typeface="+mj-lt"/>
                </a:rPr>
                <a:t>Etiqueta</a:t>
              </a:r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FA1B263C-70CB-4782-951F-6B53CBACA63E}"/>
              </a:ext>
            </a:extLst>
          </p:cNvPr>
          <p:cNvGrpSpPr/>
          <p:nvPr/>
        </p:nvGrpSpPr>
        <p:grpSpPr>
          <a:xfrm>
            <a:off x="6622068" y="2666669"/>
            <a:ext cx="1059391" cy="442819"/>
            <a:chOff x="2634539" y="2909703"/>
            <a:chExt cx="1059391" cy="442819"/>
          </a:xfrm>
        </p:grpSpPr>
        <p:sp>
          <p:nvSpPr>
            <p:cNvPr id="48" name="Rectángulo: esquinas redondeadas 47">
              <a:extLst>
                <a:ext uri="{FF2B5EF4-FFF2-40B4-BE49-F238E27FC236}">
                  <a16:creationId xmlns:a16="http://schemas.microsoft.com/office/drawing/2014/main" id="{DF543E76-FC22-43ED-9ABD-B557C9307E9C}"/>
                </a:ext>
              </a:extLst>
            </p:cNvPr>
            <p:cNvSpPr/>
            <p:nvPr/>
          </p:nvSpPr>
          <p:spPr>
            <a:xfrm>
              <a:off x="2634539" y="2909703"/>
              <a:ext cx="1059391" cy="442819"/>
            </a:xfrm>
            <a:prstGeom prst="roundRect">
              <a:avLst/>
            </a:pr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rgbClr val="FFFFFF"/>
                </a:solidFill>
              </a:endParaRPr>
            </a:p>
          </p:txBody>
        </p:sp>
        <p:sp>
          <p:nvSpPr>
            <p:cNvPr id="51" name="Rectángulo: esquinas redondeadas 50">
              <a:extLst>
                <a:ext uri="{FF2B5EF4-FFF2-40B4-BE49-F238E27FC236}">
                  <a16:creationId xmlns:a16="http://schemas.microsoft.com/office/drawing/2014/main" id="{A545BC9C-5B3C-48CC-98BE-31A6F0E6B06F}"/>
                </a:ext>
              </a:extLst>
            </p:cNvPr>
            <p:cNvSpPr/>
            <p:nvPr/>
          </p:nvSpPr>
          <p:spPr>
            <a:xfrm>
              <a:off x="2738504" y="2933821"/>
              <a:ext cx="874419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400">
                  <a:solidFill>
                    <a:srgbClr val="FFFFFF"/>
                  </a:solidFill>
                  <a:latin typeface="+mj-lt"/>
                </a:rPr>
                <a:t>Etiqueta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2765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EDD98081-57B0-4D18-9DBA-A7EC6176CFCC}"/>
              </a:ext>
            </a:extLst>
          </p:cNvPr>
          <p:cNvSpPr/>
          <p:nvPr/>
        </p:nvSpPr>
        <p:spPr>
          <a:xfrm>
            <a:off x="879406" y="3490552"/>
            <a:ext cx="5054578" cy="2629030"/>
          </a:xfrm>
          <a:prstGeom prst="roundRect">
            <a:avLst>
              <a:gd name="adj" fmla="val 5199"/>
            </a:avLst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0"/>
              </a:lnSpc>
            </a:pPr>
            <a:endParaRPr lang="es-ES" sz="1400">
              <a:solidFill>
                <a:schemeClr val="accent6">
                  <a:lumMod val="60000"/>
                  <a:lumOff val="40000"/>
                </a:schemeClr>
              </a:solidFill>
              <a:latin typeface="Switzer Light" pitchFamily="50" charset="0"/>
            </a:endParaRP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A36CF471-0456-46C8-9B36-B4F7967FEE1D}"/>
              </a:ext>
            </a:extLst>
          </p:cNvPr>
          <p:cNvSpPr/>
          <p:nvPr/>
        </p:nvSpPr>
        <p:spPr>
          <a:xfrm>
            <a:off x="6143181" y="2304657"/>
            <a:ext cx="5054579" cy="1008396"/>
          </a:xfrm>
          <a:prstGeom prst="roundRect">
            <a:avLst>
              <a:gd name="adj" fmla="val 13189"/>
            </a:avLst>
          </a:prstGeom>
          <a:solidFill>
            <a:srgbClr val="011E2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778454EE-E44D-473F-9D7B-644D3511F162}"/>
              </a:ext>
            </a:extLst>
          </p:cNvPr>
          <p:cNvSpPr/>
          <p:nvPr/>
        </p:nvSpPr>
        <p:spPr>
          <a:xfrm>
            <a:off x="879406" y="2304657"/>
            <a:ext cx="5054578" cy="1008396"/>
          </a:xfrm>
          <a:prstGeom prst="roundRect">
            <a:avLst>
              <a:gd name="adj" fmla="val 1318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2E046B5-D501-46F5-A158-8E9077F8CE20}"/>
              </a:ext>
            </a:extLst>
          </p:cNvPr>
          <p:cNvSpPr/>
          <p:nvPr/>
        </p:nvSpPr>
        <p:spPr>
          <a:xfrm>
            <a:off x="6143182" y="3490552"/>
            <a:ext cx="5054578" cy="2629030"/>
          </a:xfrm>
          <a:prstGeom prst="roundRect">
            <a:avLst>
              <a:gd name="adj" fmla="val 5199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0"/>
              </a:lnSpc>
            </a:pPr>
            <a:endParaRPr lang="es-ES" sz="1400">
              <a:solidFill>
                <a:schemeClr val="accent6">
                  <a:lumMod val="60000"/>
                  <a:lumOff val="40000"/>
                </a:schemeClr>
              </a:solidFill>
              <a:latin typeface="Switzer Light" pitchFamily="50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2CA449D-F978-4CC0-B01C-76D650D65AFA}"/>
              </a:ext>
            </a:extLst>
          </p:cNvPr>
          <p:cNvSpPr txBox="1">
            <a:spLocks/>
          </p:cNvSpPr>
          <p:nvPr/>
        </p:nvSpPr>
        <p:spPr>
          <a:xfrm>
            <a:off x="2400300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/>
              <a:t>Recursos </a:t>
            </a:r>
            <a:r>
              <a:rPr lang="es-ES" sz="6000" spc="-150" err="1"/>
              <a:t>Inconcert</a:t>
            </a:r>
            <a:endParaRPr lang="es-ES" sz="6000" spc="-150">
              <a:latin typeface="Switzer Semibold" pitchFamily="50" charset="0"/>
            </a:endParaRPr>
          </a:p>
        </p:txBody>
      </p:sp>
      <p:sp>
        <p:nvSpPr>
          <p:cNvPr id="52" name="Título 1">
            <a:extLst>
              <a:ext uri="{FF2B5EF4-FFF2-40B4-BE49-F238E27FC236}">
                <a16:creationId xmlns:a16="http://schemas.microsoft.com/office/drawing/2014/main" id="{1D947CAC-FCC9-4D89-A9AA-6DF34D48B304}"/>
              </a:ext>
            </a:extLst>
          </p:cNvPr>
          <p:cNvSpPr txBox="1">
            <a:spLocks/>
          </p:cNvSpPr>
          <p:nvPr/>
        </p:nvSpPr>
        <p:spPr>
          <a:xfrm>
            <a:off x="2400300" y="1423136"/>
            <a:ext cx="7391400" cy="629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2400">
                <a:solidFill>
                  <a:schemeClr val="accent6"/>
                </a:solidFill>
              </a:rPr>
              <a:t>Etiquetas, logotipos y variantes</a:t>
            </a:r>
            <a:endParaRPr lang="es-ES" sz="2400">
              <a:solidFill>
                <a:schemeClr val="accent6"/>
              </a:solidFill>
              <a:latin typeface="Switzer Semibold" pitchFamily="50" charset="0"/>
            </a:endParaRPr>
          </a:p>
        </p:txBody>
      </p:sp>
      <p:pic>
        <p:nvPicPr>
          <p:cNvPr id="3" name="Imagen 2" descr="Icono&#10;&#10;Descripción generada automáticamente">
            <a:extLst>
              <a:ext uri="{FF2B5EF4-FFF2-40B4-BE49-F238E27FC236}">
                <a16:creationId xmlns:a16="http://schemas.microsoft.com/office/drawing/2014/main" id="{3E099B2E-3B07-4BB9-8291-3C86A5E92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093" y="2628855"/>
            <a:ext cx="383919" cy="360000"/>
          </a:xfrm>
          <a:prstGeom prst="rect">
            <a:avLst/>
          </a:prstGeo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C9E7D4CC-FEF1-4CDB-9AF4-099B58902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913" y="2682855"/>
            <a:ext cx="1581623" cy="252000"/>
          </a:xfrm>
          <a:prstGeom prst="rect">
            <a:avLst/>
          </a:prstGeom>
        </p:spPr>
      </p:pic>
      <p:pic>
        <p:nvPicPr>
          <p:cNvPr id="8" name="Imagen 7" descr="Icono&#10;&#10;Descripción generada automáticamente con confianza media">
            <a:extLst>
              <a:ext uri="{FF2B5EF4-FFF2-40B4-BE49-F238E27FC236}">
                <a16:creationId xmlns:a16="http://schemas.microsoft.com/office/drawing/2014/main" id="{7D1F7640-7765-4CDD-AA7D-DA4B90BAF6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384" y="2682855"/>
            <a:ext cx="1581623" cy="252000"/>
          </a:xfrm>
          <a:prstGeom prst="rect">
            <a:avLst/>
          </a:prstGeom>
        </p:spPr>
      </p:pic>
      <p:pic>
        <p:nvPicPr>
          <p:cNvPr id="10" name="Imagen 9" descr="Logotipo, Icono&#10;&#10;Descripción generada automáticamente">
            <a:extLst>
              <a:ext uri="{FF2B5EF4-FFF2-40B4-BE49-F238E27FC236}">
                <a16:creationId xmlns:a16="http://schemas.microsoft.com/office/drawing/2014/main" id="{1DBC2276-76A3-4E8A-8283-EF410F9175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836" y="2628855"/>
            <a:ext cx="383919" cy="3600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0963AFA3-7322-4924-8415-F5AA106F2C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4514" y="3956956"/>
            <a:ext cx="1228156" cy="288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3518ADE-A51D-45AA-823A-90669379AA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97334" y="3956956"/>
            <a:ext cx="1228156" cy="288000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804F4CED-2AD4-41D6-9023-4A1E7184BC3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333" y="4637361"/>
            <a:ext cx="1423440" cy="288000"/>
          </a:xfrm>
          <a:prstGeom prst="rect">
            <a:avLst/>
          </a:prstGeom>
        </p:spPr>
      </p:pic>
      <p:pic>
        <p:nvPicPr>
          <p:cNvPr id="19" name="Imagen 18" descr="Logotipo&#10;&#10;Descripción generada automáticamente">
            <a:extLst>
              <a:ext uri="{FF2B5EF4-FFF2-40B4-BE49-F238E27FC236}">
                <a16:creationId xmlns:a16="http://schemas.microsoft.com/office/drawing/2014/main" id="{33EF29C2-40D2-4BEA-B917-B075CF014AD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513" y="4637361"/>
            <a:ext cx="1423440" cy="288000"/>
          </a:xfrm>
          <a:prstGeom prst="rect">
            <a:avLst/>
          </a:prstGeom>
        </p:spPr>
      </p:pic>
      <p:pic>
        <p:nvPicPr>
          <p:cNvPr id="21" name="Imagen 20" descr="Imagen que contiene Texto&#10;&#10;Descripción generada automáticamente">
            <a:extLst>
              <a:ext uri="{FF2B5EF4-FFF2-40B4-BE49-F238E27FC236}">
                <a16:creationId xmlns:a16="http://schemas.microsoft.com/office/drawing/2014/main" id="{470EA55D-4347-4BB2-9208-8CF63C0AF27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333" y="5349074"/>
            <a:ext cx="1224720" cy="288000"/>
          </a:xfrm>
          <a:prstGeom prst="rect">
            <a:avLst/>
          </a:prstGeom>
        </p:spPr>
      </p:pic>
      <p:pic>
        <p:nvPicPr>
          <p:cNvPr id="23" name="Imagen 22" descr="Logotipo&#10;&#10;Descripción generada automáticamente">
            <a:extLst>
              <a:ext uri="{FF2B5EF4-FFF2-40B4-BE49-F238E27FC236}">
                <a16:creationId xmlns:a16="http://schemas.microsoft.com/office/drawing/2014/main" id="{57E842C7-65FE-4653-9271-2C5DCAAE5C3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513" y="5349074"/>
            <a:ext cx="1224720" cy="288000"/>
          </a:xfrm>
          <a:prstGeom prst="rect">
            <a:avLst/>
          </a:prstGeom>
        </p:spPr>
      </p:pic>
      <p:pic>
        <p:nvPicPr>
          <p:cNvPr id="29" name="Imagen 28" descr="Logotipo&#10;&#10;Descripción generada automáticamente">
            <a:extLst>
              <a:ext uri="{FF2B5EF4-FFF2-40B4-BE49-F238E27FC236}">
                <a16:creationId xmlns:a16="http://schemas.microsoft.com/office/drawing/2014/main" id="{673CC41F-80AF-44EB-A5E2-03FDC9F2CA0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384" y="3956956"/>
            <a:ext cx="1324802" cy="288000"/>
          </a:xfrm>
          <a:prstGeom prst="rect">
            <a:avLst/>
          </a:prstGeom>
        </p:spPr>
      </p:pic>
      <p:pic>
        <p:nvPicPr>
          <p:cNvPr id="31" name="Imagen 30" descr="Logotipo&#10;&#10;Descripción generada automáticamente">
            <a:extLst>
              <a:ext uri="{FF2B5EF4-FFF2-40B4-BE49-F238E27FC236}">
                <a16:creationId xmlns:a16="http://schemas.microsoft.com/office/drawing/2014/main" id="{9200EB6F-893F-4638-9A6F-0FEB3929357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913" y="3956956"/>
            <a:ext cx="1324802" cy="288000"/>
          </a:xfrm>
          <a:prstGeom prst="rect">
            <a:avLst/>
          </a:prstGeom>
        </p:spPr>
      </p:pic>
      <p:pic>
        <p:nvPicPr>
          <p:cNvPr id="33" name="Imagen 32" descr="Logotipo&#10;&#10;Descripción generada automáticamente">
            <a:extLst>
              <a:ext uri="{FF2B5EF4-FFF2-40B4-BE49-F238E27FC236}">
                <a16:creationId xmlns:a16="http://schemas.microsoft.com/office/drawing/2014/main" id="{D7D73982-8DA4-4919-A8CB-31C572215A9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384" y="4668669"/>
            <a:ext cx="1112401" cy="288000"/>
          </a:xfrm>
          <a:prstGeom prst="rect">
            <a:avLst/>
          </a:prstGeom>
        </p:spPr>
      </p:pic>
      <p:pic>
        <p:nvPicPr>
          <p:cNvPr id="35" name="Imagen 34" descr="Logotipo&#10;&#10;Descripción generada automáticamente">
            <a:extLst>
              <a:ext uri="{FF2B5EF4-FFF2-40B4-BE49-F238E27FC236}">
                <a16:creationId xmlns:a16="http://schemas.microsoft.com/office/drawing/2014/main" id="{DBF08339-38D2-4949-AAED-A0F0BFF1CD0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913" y="4668669"/>
            <a:ext cx="1112401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83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EBB44-91CE-4A7C-9BC4-0127CB501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03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6F3CDA-7E8D-45FA-B4ED-AD3473436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6000" spc="-150">
                <a:solidFill>
                  <a:schemeClr val="bg1"/>
                </a:solidFill>
              </a:rPr>
              <a:t>Otros </a:t>
            </a:r>
            <a:r>
              <a:rPr lang="es-ES" sz="6000" spc="-150">
                <a:solidFill>
                  <a:schemeClr val="accent6">
                    <a:lumMod val="60000"/>
                    <a:lumOff val="40000"/>
                  </a:schemeClr>
                </a:solidFill>
              </a:rPr>
              <a:t>componentes</a:t>
            </a:r>
          </a:p>
        </p:txBody>
      </p:sp>
    </p:spTree>
    <p:extLst>
      <p:ext uri="{BB962C8B-B14F-4D97-AF65-F5344CB8AC3E}">
        <p14:creationId xmlns:p14="http://schemas.microsoft.com/office/powerpoint/2010/main" val="618966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8093631E-1569-4252-B516-2D24D1A3AF5C}"/>
              </a:ext>
            </a:extLst>
          </p:cNvPr>
          <p:cNvSpPr/>
          <p:nvPr/>
        </p:nvSpPr>
        <p:spPr>
          <a:xfrm>
            <a:off x="2809875" y="1790359"/>
            <a:ext cx="4848225" cy="4848225"/>
          </a:xfrm>
          <a:prstGeom prst="ellipse">
            <a:avLst/>
          </a:prstGeom>
          <a:gradFill flip="none" rotWithShape="1">
            <a:gsLst>
              <a:gs pos="2721">
                <a:schemeClr val="accent1">
                  <a:alpha val="26000"/>
                </a:schemeClr>
              </a:gs>
              <a:gs pos="25000">
                <a:schemeClr val="accent1">
                  <a:alpha val="20000"/>
                </a:schemeClr>
              </a:gs>
              <a:gs pos="68000">
                <a:schemeClr val="accent1">
                  <a:shade val="100000"/>
                  <a:satMod val="115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D78E081-2B56-4A57-A3F9-7C8035E2A7D5}"/>
              </a:ext>
            </a:extLst>
          </p:cNvPr>
          <p:cNvSpPr/>
          <p:nvPr/>
        </p:nvSpPr>
        <p:spPr>
          <a:xfrm>
            <a:off x="4238625" y="2316319"/>
            <a:ext cx="4457700" cy="4457700"/>
          </a:xfrm>
          <a:prstGeom prst="ellipse">
            <a:avLst/>
          </a:prstGeom>
          <a:gradFill flip="none" rotWithShape="1">
            <a:gsLst>
              <a:gs pos="2721">
                <a:schemeClr val="accent3">
                  <a:alpha val="26000"/>
                </a:schemeClr>
              </a:gs>
              <a:gs pos="25000">
                <a:schemeClr val="accent3">
                  <a:alpha val="20000"/>
                </a:schemeClr>
              </a:gs>
              <a:gs pos="68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3FC24918-DE49-4A2D-8995-DC04ED1A4AE3}"/>
              </a:ext>
            </a:extLst>
          </p:cNvPr>
          <p:cNvSpPr txBox="1">
            <a:spLocks/>
          </p:cNvSpPr>
          <p:nvPr/>
        </p:nvSpPr>
        <p:spPr>
          <a:xfrm>
            <a:off x="2257425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/>
              <a:t>Gradientes</a:t>
            </a:r>
            <a:endParaRPr lang="es-ES" sz="6000" spc="-150">
              <a:solidFill>
                <a:schemeClr val="accent6"/>
              </a:solidFill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FF5963FB-1F33-488C-9758-4A1DCE31758C}"/>
              </a:ext>
            </a:extLst>
          </p:cNvPr>
          <p:cNvSpPr txBox="1">
            <a:spLocks/>
          </p:cNvSpPr>
          <p:nvPr/>
        </p:nvSpPr>
        <p:spPr>
          <a:xfrm>
            <a:off x="2383971" y="1457259"/>
            <a:ext cx="7424057" cy="1192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600">
                <a:solidFill>
                  <a:schemeClr val="accent6">
                    <a:lumMod val="60000"/>
                    <a:lumOff val="4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Verde y morado. Jugar con los tamaños y las combinaciones</a:t>
            </a:r>
            <a:endParaRPr lang="es-ES" sz="2400">
              <a:solidFill>
                <a:schemeClr val="accent6">
                  <a:lumMod val="60000"/>
                  <a:lumOff val="40000"/>
                </a:schemeClr>
              </a:solidFill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F7D15A9-2786-4E4F-9F0D-94D89442A749}"/>
              </a:ext>
            </a:extLst>
          </p:cNvPr>
          <p:cNvSpPr/>
          <p:nvPr/>
        </p:nvSpPr>
        <p:spPr>
          <a:xfrm>
            <a:off x="7705724" y="692150"/>
            <a:ext cx="4457700" cy="4457700"/>
          </a:xfrm>
          <a:prstGeom prst="ellipse">
            <a:avLst/>
          </a:prstGeom>
          <a:gradFill flip="none" rotWithShape="1">
            <a:gsLst>
              <a:gs pos="2721">
                <a:schemeClr val="accent3">
                  <a:lumMod val="90000"/>
                  <a:alpha val="26000"/>
                </a:schemeClr>
              </a:gs>
              <a:gs pos="25000">
                <a:schemeClr val="accent3">
                  <a:lumMod val="90000"/>
                  <a:alpha val="20000"/>
                </a:schemeClr>
              </a:gs>
              <a:gs pos="68000">
                <a:schemeClr val="accent3">
                  <a:lumMod val="90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6700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FB9ED707-7BB0-473A-909C-996A0ABFB460}"/>
              </a:ext>
            </a:extLst>
          </p:cNvPr>
          <p:cNvSpPr txBox="1">
            <a:spLocks/>
          </p:cNvSpPr>
          <p:nvPr/>
        </p:nvSpPr>
        <p:spPr>
          <a:xfrm>
            <a:off x="2400300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>
                <a:solidFill>
                  <a:srgbClr val="FFFFFF"/>
                </a:solidFill>
              </a:rPr>
              <a:t>Gráficas</a:t>
            </a:r>
            <a:endParaRPr lang="es-ES" sz="6000" spc="-150">
              <a:solidFill>
                <a:srgbClr val="FFFFFF"/>
              </a:solidFill>
              <a:latin typeface="Switzer Semibold" pitchFamily="50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1DA177E-7299-4345-B109-B5B6594337A1}"/>
              </a:ext>
            </a:extLst>
          </p:cNvPr>
          <p:cNvGrpSpPr/>
          <p:nvPr/>
        </p:nvGrpSpPr>
        <p:grpSpPr>
          <a:xfrm>
            <a:off x="4590986" y="2805214"/>
            <a:ext cx="2651633" cy="2612856"/>
            <a:chOff x="4664138" y="2805214"/>
            <a:chExt cx="2651633" cy="2612856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347EF36D-DD7B-40E9-B058-940D0C3C7D73}"/>
                </a:ext>
              </a:extLst>
            </p:cNvPr>
            <p:cNvSpPr/>
            <p:nvPr/>
          </p:nvSpPr>
          <p:spPr>
            <a:xfrm>
              <a:off x="4664138" y="3073236"/>
              <a:ext cx="77662" cy="77662"/>
            </a:xfrm>
            <a:custGeom>
              <a:avLst/>
              <a:gdLst>
                <a:gd name="connsiteX0" fmla="*/ 77663 w 77662"/>
                <a:gd name="connsiteY0" fmla="*/ 38831 h 77662"/>
                <a:gd name="connsiteX1" fmla="*/ 38831 w 77662"/>
                <a:gd name="connsiteY1" fmla="*/ 77663 h 77662"/>
                <a:gd name="connsiteX2" fmla="*/ 0 w 77662"/>
                <a:gd name="connsiteY2" fmla="*/ 38831 h 77662"/>
                <a:gd name="connsiteX3" fmla="*/ 38831 w 77662"/>
                <a:gd name="connsiteY3" fmla="*/ 0 h 77662"/>
                <a:gd name="connsiteX4" fmla="*/ 77663 w 77662"/>
                <a:gd name="connsiteY4" fmla="*/ 38831 h 77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62" h="77662">
                  <a:moveTo>
                    <a:pt x="77663" y="38831"/>
                  </a:moveTo>
                  <a:cubicBezTo>
                    <a:pt x="77663" y="60277"/>
                    <a:pt x="60277" y="77663"/>
                    <a:pt x="38831" y="77663"/>
                  </a:cubicBezTo>
                  <a:cubicBezTo>
                    <a:pt x="17385" y="77663"/>
                    <a:pt x="0" y="60277"/>
                    <a:pt x="0" y="38831"/>
                  </a:cubicBezTo>
                  <a:cubicBezTo>
                    <a:pt x="0" y="17385"/>
                    <a:pt x="17385" y="0"/>
                    <a:pt x="38831" y="0"/>
                  </a:cubicBezTo>
                  <a:cubicBezTo>
                    <a:pt x="60277" y="0"/>
                    <a:pt x="77663" y="17385"/>
                    <a:pt x="77663" y="38831"/>
                  </a:cubicBezTo>
                  <a:close/>
                </a:path>
              </a:pathLst>
            </a:custGeom>
            <a:solidFill>
              <a:srgbClr val="1AEB9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0CF7FCAD-73A9-4762-92E9-0D24409AEC96}"/>
                </a:ext>
              </a:extLst>
            </p:cNvPr>
            <p:cNvSpPr/>
            <p:nvPr/>
          </p:nvSpPr>
          <p:spPr>
            <a:xfrm rot="18900000">
              <a:off x="4702915" y="2805214"/>
              <a:ext cx="2612856" cy="2612856"/>
            </a:xfrm>
            <a:custGeom>
              <a:avLst/>
              <a:gdLst>
                <a:gd name="connsiteX0" fmla="*/ 2612856 w 2612856"/>
                <a:gd name="connsiteY0" fmla="*/ 1306428 h 2612856"/>
                <a:gd name="connsiteX1" fmla="*/ 1306428 w 2612856"/>
                <a:gd name="connsiteY1" fmla="*/ 2612856 h 2612856"/>
                <a:gd name="connsiteX2" fmla="*/ 0 w 2612856"/>
                <a:gd name="connsiteY2" fmla="*/ 1306428 h 2612856"/>
                <a:gd name="connsiteX3" fmla="*/ 1306428 w 2612856"/>
                <a:gd name="connsiteY3" fmla="*/ 0 h 2612856"/>
                <a:gd name="connsiteX4" fmla="*/ 2612856 w 2612856"/>
                <a:gd name="connsiteY4" fmla="*/ 1306428 h 2612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2856" h="2612856">
                  <a:moveTo>
                    <a:pt x="2612856" y="1306428"/>
                  </a:moveTo>
                  <a:cubicBezTo>
                    <a:pt x="2612856" y="2027948"/>
                    <a:pt x="2027949" y="2612856"/>
                    <a:pt x="1306428" y="2612856"/>
                  </a:cubicBezTo>
                  <a:cubicBezTo>
                    <a:pt x="584908" y="2612856"/>
                    <a:pt x="0" y="2027948"/>
                    <a:pt x="0" y="1306428"/>
                  </a:cubicBezTo>
                  <a:cubicBezTo>
                    <a:pt x="0" y="584908"/>
                    <a:pt x="584908" y="0"/>
                    <a:pt x="1306428" y="0"/>
                  </a:cubicBezTo>
                  <a:cubicBezTo>
                    <a:pt x="2027949" y="0"/>
                    <a:pt x="2612856" y="584908"/>
                    <a:pt x="2612856" y="1306428"/>
                  </a:cubicBezTo>
                  <a:close/>
                </a:path>
              </a:pathLst>
            </a:custGeom>
            <a:noFill/>
            <a:ln w="6245" cap="flat">
              <a:solidFill>
                <a:srgbClr val="FFFFFF"/>
              </a:solidFill>
              <a:custDash>
                <a:ds d="0" sp="0"/>
                <a:ds d="893250" sp="893250"/>
              </a:custDash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754D0AA7-6221-432A-8007-481621016143}"/>
                </a:ext>
              </a:extLst>
            </p:cNvPr>
            <p:cNvSpPr/>
            <p:nvPr/>
          </p:nvSpPr>
          <p:spPr>
            <a:xfrm>
              <a:off x="5221056" y="3841472"/>
              <a:ext cx="1576556" cy="1576556"/>
            </a:xfrm>
            <a:custGeom>
              <a:avLst/>
              <a:gdLst>
                <a:gd name="connsiteX0" fmla="*/ 1576557 w 1576556"/>
                <a:gd name="connsiteY0" fmla="*/ 788278 h 1576556"/>
                <a:gd name="connsiteX1" fmla="*/ 788279 w 1576556"/>
                <a:gd name="connsiteY1" fmla="*/ 1576557 h 1576556"/>
                <a:gd name="connsiteX2" fmla="*/ 0 w 1576556"/>
                <a:gd name="connsiteY2" fmla="*/ 788278 h 1576556"/>
                <a:gd name="connsiteX3" fmla="*/ 788279 w 1576556"/>
                <a:gd name="connsiteY3" fmla="*/ 0 h 1576556"/>
                <a:gd name="connsiteX4" fmla="*/ 1576557 w 1576556"/>
                <a:gd name="connsiteY4" fmla="*/ 788278 h 157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6556" h="1576556">
                  <a:moveTo>
                    <a:pt x="1576557" y="788278"/>
                  </a:moveTo>
                  <a:cubicBezTo>
                    <a:pt x="1576557" y="1223633"/>
                    <a:pt x="1223633" y="1576557"/>
                    <a:pt x="788279" y="1576557"/>
                  </a:cubicBezTo>
                  <a:cubicBezTo>
                    <a:pt x="352924" y="1576557"/>
                    <a:pt x="0" y="1223633"/>
                    <a:pt x="0" y="788278"/>
                  </a:cubicBezTo>
                  <a:cubicBezTo>
                    <a:pt x="0" y="352924"/>
                    <a:pt x="352924" y="0"/>
                    <a:pt x="788279" y="0"/>
                  </a:cubicBezTo>
                  <a:cubicBezTo>
                    <a:pt x="1223633" y="0"/>
                    <a:pt x="1576557" y="352924"/>
                    <a:pt x="1576557" y="788278"/>
                  </a:cubicBezTo>
                  <a:close/>
                </a:path>
              </a:pathLst>
            </a:custGeom>
            <a:noFill/>
            <a:ln w="62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78173DDE-4758-43AB-94BD-759CE10934AD}"/>
              </a:ext>
            </a:extLst>
          </p:cNvPr>
          <p:cNvGrpSpPr/>
          <p:nvPr/>
        </p:nvGrpSpPr>
        <p:grpSpPr>
          <a:xfrm>
            <a:off x="999363" y="2804842"/>
            <a:ext cx="2651633" cy="2612856"/>
            <a:chOff x="1072515" y="2804842"/>
            <a:chExt cx="2651633" cy="2612856"/>
          </a:xfrm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DA4B454E-7AF8-428D-9779-0B70603AA27E}"/>
                </a:ext>
              </a:extLst>
            </p:cNvPr>
            <p:cNvSpPr/>
            <p:nvPr/>
          </p:nvSpPr>
          <p:spPr>
            <a:xfrm>
              <a:off x="3564742" y="3122029"/>
              <a:ext cx="77662" cy="77662"/>
            </a:xfrm>
            <a:custGeom>
              <a:avLst/>
              <a:gdLst>
                <a:gd name="connsiteX0" fmla="*/ 77663 w 77662"/>
                <a:gd name="connsiteY0" fmla="*/ 38831 h 77662"/>
                <a:gd name="connsiteX1" fmla="*/ 38831 w 77662"/>
                <a:gd name="connsiteY1" fmla="*/ 77663 h 77662"/>
                <a:gd name="connsiteX2" fmla="*/ 0 w 77662"/>
                <a:gd name="connsiteY2" fmla="*/ 38831 h 77662"/>
                <a:gd name="connsiteX3" fmla="*/ 38831 w 77662"/>
                <a:gd name="connsiteY3" fmla="*/ 0 h 77662"/>
                <a:gd name="connsiteX4" fmla="*/ 77663 w 77662"/>
                <a:gd name="connsiteY4" fmla="*/ 38831 h 77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62" h="77662">
                  <a:moveTo>
                    <a:pt x="77663" y="38831"/>
                  </a:moveTo>
                  <a:cubicBezTo>
                    <a:pt x="77663" y="60277"/>
                    <a:pt x="60277" y="77663"/>
                    <a:pt x="38831" y="77663"/>
                  </a:cubicBezTo>
                  <a:cubicBezTo>
                    <a:pt x="17385" y="77663"/>
                    <a:pt x="0" y="60277"/>
                    <a:pt x="0" y="38831"/>
                  </a:cubicBezTo>
                  <a:cubicBezTo>
                    <a:pt x="0" y="17385"/>
                    <a:pt x="17385" y="0"/>
                    <a:pt x="38831" y="0"/>
                  </a:cubicBezTo>
                  <a:cubicBezTo>
                    <a:pt x="60277" y="0"/>
                    <a:pt x="77663" y="17385"/>
                    <a:pt x="77663" y="38831"/>
                  </a:cubicBezTo>
                  <a:close/>
                </a:path>
              </a:pathLst>
            </a:custGeom>
            <a:solidFill>
              <a:srgbClr val="1AEB9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368A6505-D2F3-4908-A2A4-E66C0DA09CAB}"/>
                </a:ext>
              </a:extLst>
            </p:cNvPr>
            <p:cNvSpPr/>
            <p:nvPr/>
          </p:nvSpPr>
          <p:spPr>
            <a:xfrm>
              <a:off x="1072515" y="4072460"/>
              <a:ext cx="77662" cy="77662"/>
            </a:xfrm>
            <a:custGeom>
              <a:avLst/>
              <a:gdLst>
                <a:gd name="connsiteX0" fmla="*/ 77663 w 77662"/>
                <a:gd name="connsiteY0" fmla="*/ 38831 h 77662"/>
                <a:gd name="connsiteX1" fmla="*/ 38831 w 77662"/>
                <a:gd name="connsiteY1" fmla="*/ 77663 h 77662"/>
                <a:gd name="connsiteX2" fmla="*/ 0 w 77662"/>
                <a:gd name="connsiteY2" fmla="*/ 38831 h 77662"/>
                <a:gd name="connsiteX3" fmla="*/ 38831 w 77662"/>
                <a:gd name="connsiteY3" fmla="*/ 0 h 77662"/>
                <a:gd name="connsiteX4" fmla="*/ 77663 w 77662"/>
                <a:gd name="connsiteY4" fmla="*/ 38831 h 77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662" h="77662">
                  <a:moveTo>
                    <a:pt x="77663" y="38831"/>
                  </a:moveTo>
                  <a:cubicBezTo>
                    <a:pt x="77663" y="60277"/>
                    <a:pt x="60277" y="77663"/>
                    <a:pt x="38831" y="77663"/>
                  </a:cubicBezTo>
                  <a:cubicBezTo>
                    <a:pt x="17385" y="77663"/>
                    <a:pt x="0" y="60277"/>
                    <a:pt x="0" y="38831"/>
                  </a:cubicBezTo>
                  <a:cubicBezTo>
                    <a:pt x="0" y="17385"/>
                    <a:pt x="17385" y="0"/>
                    <a:pt x="38831" y="0"/>
                  </a:cubicBezTo>
                  <a:cubicBezTo>
                    <a:pt x="60277" y="0"/>
                    <a:pt x="77663" y="17385"/>
                    <a:pt x="77663" y="38831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839B70B9-DBD6-4BD3-A357-BF34D6E07693}"/>
                </a:ext>
              </a:extLst>
            </p:cNvPr>
            <p:cNvSpPr/>
            <p:nvPr/>
          </p:nvSpPr>
          <p:spPr>
            <a:xfrm>
              <a:off x="1111292" y="2804842"/>
              <a:ext cx="2612856" cy="2612856"/>
            </a:xfrm>
            <a:custGeom>
              <a:avLst/>
              <a:gdLst>
                <a:gd name="connsiteX0" fmla="*/ 2612856 w 2612856"/>
                <a:gd name="connsiteY0" fmla="*/ 1306428 h 2612856"/>
                <a:gd name="connsiteX1" fmla="*/ 1306428 w 2612856"/>
                <a:gd name="connsiteY1" fmla="*/ 2612856 h 2612856"/>
                <a:gd name="connsiteX2" fmla="*/ 0 w 2612856"/>
                <a:gd name="connsiteY2" fmla="*/ 1306428 h 2612856"/>
                <a:gd name="connsiteX3" fmla="*/ 1306428 w 2612856"/>
                <a:gd name="connsiteY3" fmla="*/ 0 h 2612856"/>
                <a:gd name="connsiteX4" fmla="*/ 2612856 w 2612856"/>
                <a:gd name="connsiteY4" fmla="*/ 1306428 h 2612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2856" h="2612856">
                  <a:moveTo>
                    <a:pt x="2612856" y="1306428"/>
                  </a:moveTo>
                  <a:cubicBezTo>
                    <a:pt x="2612856" y="2027948"/>
                    <a:pt x="2027949" y="2612856"/>
                    <a:pt x="1306428" y="2612856"/>
                  </a:cubicBezTo>
                  <a:cubicBezTo>
                    <a:pt x="584908" y="2612856"/>
                    <a:pt x="0" y="2027948"/>
                    <a:pt x="0" y="1306428"/>
                  </a:cubicBezTo>
                  <a:cubicBezTo>
                    <a:pt x="0" y="584908"/>
                    <a:pt x="584908" y="0"/>
                    <a:pt x="1306428" y="0"/>
                  </a:cubicBezTo>
                  <a:cubicBezTo>
                    <a:pt x="2027949" y="0"/>
                    <a:pt x="2612856" y="584908"/>
                    <a:pt x="2612856" y="1306428"/>
                  </a:cubicBezTo>
                  <a:close/>
                </a:path>
              </a:pathLst>
            </a:custGeom>
            <a:noFill/>
            <a:ln w="6245" cap="flat">
              <a:solidFill>
                <a:srgbClr val="FFFFFF"/>
              </a:solidFill>
              <a:custDash>
                <a:ds d="0" sp="0"/>
                <a:ds d="893250" sp="893250"/>
              </a:custDash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CD242793-22A9-4363-84AD-9DC74D0415E1}"/>
                </a:ext>
              </a:extLst>
            </p:cNvPr>
            <p:cNvSpPr/>
            <p:nvPr/>
          </p:nvSpPr>
          <p:spPr>
            <a:xfrm>
              <a:off x="1629433" y="3323013"/>
              <a:ext cx="1576556" cy="1576556"/>
            </a:xfrm>
            <a:custGeom>
              <a:avLst/>
              <a:gdLst>
                <a:gd name="connsiteX0" fmla="*/ 1576557 w 1576556"/>
                <a:gd name="connsiteY0" fmla="*/ 788278 h 1576556"/>
                <a:gd name="connsiteX1" fmla="*/ 788279 w 1576556"/>
                <a:gd name="connsiteY1" fmla="*/ 1576557 h 1576556"/>
                <a:gd name="connsiteX2" fmla="*/ 0 w 1576556"/>
                <a:gd name="connsiteY2" fmla="*/ 788278 h 1576556"/>
                <a:gd name="connsiteX3" fmla="*/ 788279 w 1576556"/>
                <a:gd name="connsiteY3" fmla="*/ 0 h 1576556"/>
                <a:gd name="connsiteX4" fmla="*/ 1576557 w 1576556"/>
                <a:gd name="connsiteY4" fmla="*/ 788278 h 157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6556" h="1576556">
                  <a:moveTo>
                    <a:pt x="1576557" y="788278"/>
                  </a:moveTo>
                  <a:cubicBezTo>
                    <a:pt x="1576557" y="1223632"/>
                    <a:pt x="1223633" y="1576557"/>
                    <a:pt x="788279" y="1576557"/>
                  </a:cubicBezTo>
                  <a:cubicBezTo>
                    <a:pt x="352924" y="1576557"/>
                    <a:pt x="0" y="1223632"/>
                    <a:pt x="0" y="788278"/>
                  </a:cubicBezTo>
                  <a:cubicBezTo>
                    <a:pt x="0" y="352924"/>
                    <a:pt x="352924" y="0"/>
                    <a:pt x="788279" y="0"/>
                  </a:cubicBezTo>
                  <a:cubicBezTo>
                    <a:pt x="1223633" y="0"/>
                    <a:pt x="1576557" y="352924"/>
                    <a:pt x="1576557" y="788278"/>
                  </a:cubicBezTo>
                  <a:close/>
                </a:path>
              </a:pathLst>
            </a:custGeom>
            <a:noFill/>
            <a:ln w="62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C8AF6239-4EB8-451B-B151-6B4A4BEDF6B5}"/>
                </a:ext>
              </a:extLst>
            </p:cNvPr>
            <p:cNvSpPr/>
            <p:nvPr/>
          </p:nvSpPr>
          <p:spPr>
            <a:xfrm>
              <a:off x="1912965" y="3606546"/>
              <a:ext cx="1009492" cy="1009492"/>
            </a:xfrm>
            <a:custGeom>
              <a:avLst/>
              <a:gdLst>
                <a:gd name="connsiteX0" fmla="*/ 1009492 w 1009492"/>
                <a:gd name="connsiteY0" fmla="*/ 504746 h 1009492"/>
                <a:gd name="connsiteX1" fmla="*/ 504746 w 1009492"/>
                <a:gd name="connsiteY1" fmla="*/ 1009492 h 1009492"/>
                <a:gd name="connsiteX2" fmla="*/ 0 w 1009492"/>
                <a:gd name="connsiteY2" fmla="*/ 504746 h 1009492"/>
                <a:gd name="connsiteX3" fmla="*/ 504746 w 1009492"/>
                <a:gd name="connsiteY3" fmla="*/ 0 h 1009492"/>
                <a:gd name="connsiteX4" fmla="*/ 1009492 w 1009492"/>
                <a:gd name="connsiteY4" fmla="*/ 504746 h 1009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492" h="1009492">
                  <a:moveTo>
                    <a:pt x="1009492" y="504746"/>
                  </a:moveTo>
                  <a:cubicBezTo>
                    <a:pt x="1009492" y="783510"/>
                    <a:pt x="783510" y="1009492"/>
                    <a:pt x="504746" y="1009492"/>
                  </a:cubicBezTo>
                  <a:cubicBezTo>
                    <a:pt x="225983" y="1009492"/>
                    <a:pt x="0" y="783510"/>
                    <a:pt x="0" y="504746"/>
                  </a:cubicBezTo>
                  <a:cubicBezTo>
                    <a:pt x="0" y="225983"/>
                    <a:pt x="225983" y="0"/>
                    <a:pt x="504746" y="0"/>
                  </a:cubicBezTo>
                  <a:cubicBezTo>
                    <a:pt x="783510" y="0"/>
                    <a:pt x="1009492" y="225983"/>
                    <a:pt x="1009492" y="504746"/>
                  </a:cubicBezTo>
                  <a:close/>
                </a:path>
              </a:pathLst>
            </a:custGeom>
            <a:noFill/>
            <a:ln w="6245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2EECF09F-CE6F-4A4F-AFD6-27619122241A}"/>
              </a:ext>
            </a:extLst>
          </p:cNvPr>
          <p:cNvGrpSpPr/>
          <p:nvPr/>
        </p:nvGrpSpPr>
        <p:grpSpPr>
          <a:xfrm>
            <a:off x="7908088" y="2997975"/>
            <a:ext cx="3619772" cy="2228938"/>
            <a:chOff x="7981240" y="2997975"/>
            <a:chExt cx="3619772" cy="2228938"/>
          </a:xfrm>
        </p:grpSpPr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21D8E6C3-974D-4C2E-A53B-A0D0FC3FFA57}"/>
                </a:ext>
              </a:extLst>
            </p:cNvPr>
            <p:cNvSpPr/>
            <p:nvPr/>
          </p:nvSpPr>
          <p:spPr>
            <a:xfrm>
              <a:off x="9372145" y="3241708"/>
              <a:ext cx="837963" cy="1741474"/>
            </a:xfrm>
            <a:custGeom>
              <a:avLst/>
              <a:gdLst>
                <a:gd name="connsiteX0" fmla="*/ 0 w 837963"/>
                <a:gd name="connsiteY0" fmla="*/ 870737 h 1741474"/>
                <a:gd name="connsiteX1" fmla="*/ 418982 w 837963"/>
                <a:gd name="connsiteY1" fmla="*/ 1741475 h 1741474"/>
                <a:gd name="connsiteX2" fmla="*/ 837963 w 837963"/>
                <a:gd name="connsiteY2" fmla="*/ 870737 h 1741474"/>
                <a:gd name="connsiteX3" fmla="*/ 418982 w 837963"/>
                <a:gd name="connsiteY3" fmla="*/ 0 h 1741474"/>
                <a:gd name="connsiteX4" fmla="*/ 0 w 837963"/>
                <a:gd name="connsiteY4" fmla="*/ 870737 h 1741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7963" h="1741474">
                  <a:moveTo>
                    <a:pt x="0" y="870737"/>
                  </a:moveTo>
                  <a:cubicBezTo>
                    <a:pt x="0" y="1223169"/>
                    <a:pt x="163657" y="1537315"/>
                    <a:pt x="418982" y="1741475"/>
                  </a:cubicBezTo>
                  <a:cubicBezTo>
                    <a:pt x="674378" y="1537244"/>
                    <a:pt x="837963" y="1223097"/>
                    <a:pt x="837963" y="870737"/>
                  </a:cubicBezTo>
                  <a:cubicBezTo>
                    <a:pt x="837963" y="518378"/>
                    <a:pt x="674378" y="204160"/>
                    <a:pt x="418982" y="0"/>
                  </a:cubicBezTo>
                  <a:cubicBezTo>
                    <a:pt x="163585" y="204231"/>
                    <a:pt x="0" y="518378"/>
                    <a:pt x="0" y="870737"/>
                  </a:cubicBezTo>
                  <a:close/>
                </a:path>
              </a:pathLst>
            </a:custGeom>
            <a:solidFill>
              <a:srgbClr val="1AEB9F">
                <a:alpha val="50196"/>
              </a:srgb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grpSp>
          <p:nvGrpSpPr>
            <p:cNvPr id="16" name="Gráfico 2">
              <a:extLst>
                <a:ext uri="{FF2B5EF4-FFF2-40B4-BE49-F238E27FC236}">
                  <a16:creationId xmlns:a16="http://schemas.microsoft.com/office/drawing/2014/main" id="{5EAD1BC1-36CA-4996-9A1B-00EE9F0655C1}"/>
                </a:ext>
              </a:extLst>
            </p:cNvPr>
            <p:cNvGrpSpPr/>
            <p:nvPr/>
          </p:nvGrpSpPr>
          <p:grpSpPr>
            <a:xfrm>
              <a:off x="7981240" y="2997975"/>
              <a:ext cx="3619772" cy="2228938"/>
              <a:chOff x="7981240" y="2997975"/>
              <a:chExt cx="3619772" cy="2228938"/>
            </a:xfrm>
            <a:noFill/>
          </p:grpSpPr>
          <p:sp>
            <p:nvSpPr>
              <p:cNvPr id="17" name="Forma libre: forma 16">
                <a:extLst>
                  <a:ext uri="{FF2B5EF4-FFF2-40B4-BE49-F238E27FC236}">
                    <a16:creationId xmlns:a16="http://schemas.microsoft.com/office/drawing/2014/main" id="{52A43CC0-EC83-4E6B-A6AD-43CB44063D99}"/>
                  </a:ext>
                </a:extLst>
              </p:cNvPr>
              <p:cNvSpPr/>
              <p:nvPr/>
            </p:nvSpPr>
            <p:spPr>
              <a:xfrm>
                <a:off x="9372073" y="2997975"/>
                <a:ext cx="2228939" cy="2228938"/>
              </a:xfrm>
              <a:custGeom>
                <a:avLst/>
                <a:gdLst>
                  <a:gd name="connsiteX0" fmla="*/ 2228939 w 2228939"/>
                  <a:gd name="connsiteY0" fmla="*/ 1114470 h 2228938"/>
                  <a:gd name="connsiteX1" fmla="*/ 1114470 w 2228939"/>
                  <a:gd name="connsiteY1" fmla="*/ 2228939 h 2228938"/>
                  <a:gd name="connsiteX2" fmla="*/ 0 w 2228939"/>
                  <a:gd name="connsiteY2" fmla="*/ 1114470 h 2228938"/>
                  <a:gd name="connsiteX3" fmla="*/ 1114470 w 2228939"/>
                  <a:gd name="connsiteY3" fmla="*/ 0 h 2228938"/>
                  <a:gd name="connsiteX4" fmla="*/ 2228939 w 2228939"/>
                  <a:gd name="connsiteY4" fmla="*/ 1114470 h 2228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28939" h="2228938">
                    <a:moveTo>
                      <a:pt x="2228939" y="1114470"/>
                    </a:moveTo>
                    <a:cubicBezTo>
                      <a:pt x="2228939" y="1729974"/>
                      <a:pt x="1729974" y="2228939"/>
                      <a:pt x="1114470" y="2228939"/>
                    </a:cubicBezTo>
                    <a:cubicBezTo>
                      <a:pt x="498965" y="2228939"/>
                      <a:pt x="0" y="1729974"/>
                      <a:pt x="0" y="1114470"/>
                    </a:cubicBezTo>
                    <a:cubicBezTo>
                      <a:pt x="0" y="498965"/>
                      <a:pt x="498965" y="0"/>
                      <a:pt x="1114470" y="0"/>
                    </a:cubicBezTo>
                    <a:cubicBezTo>
                      <a:pt x="1729974" y="0"/>
                      <a:pt x="2228939" y="498965"/>
                      <a:pt x="2228939" y="1114470"/>
                    </a:cubicBezTo>
                    <a:close/>
                  </a:path>
                </a:pathLst>
              </a:custGeom>
              <a:noFill/>
              <a:ln w="713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8" name="Forma libre: forma 17">
                <a:extLst>
                  <a:ext uri="{FF2B5EF4-FFF2-40B4-BE49-F238E27FC236}">
                    <a16:creationId xmlns:a16="http://schemas.microsoft.com/office/drawing/2014/main" id="{086911BF-791C-4736-BFBA-B27575F41F67}"/>
                  </a:ext>
                </a:extLst>
              </p:cNvPr>
              <p:cNvSpPr/>
              <p:nvPr/>
            </p:nvSpPr>
            <p:spPr>
              <a:xfrm>
                <a:off x="7981240" y="2997975"/>
                <a:ext cx="2228939" cy="2228938"/>
              </a:xfrm>
              <a:custGeom>
                <a:avLst/>
                <a:gdLst>
                  <a:gd name="connsiteX0" fmla="*/ 2228939 w 2228939"/>
                  <a:gd name="connsiteY0" fmla="*/ 1114470 h 2228938"/>
                  <a:gd name="connsiteX1" fmla="*/ 1114470 w 2228939"/>
                  <a:gd name="connsiteY1" fmla="*/ 2228939 h 2228938"/>
                  <a:gd name="connsiteX2" fmla="*/ 0 w 2228939"/>
                  <a:gd name="connsiteY2" fmla="*/ 1114470 h 2228938"/>
                  <a:gd name="connsiteX3" fmla="*/ 1114470 w 2228939"/>
                  <a:gd name="connsiteY3" fmla="*/ 0 h 2228938"/>
                  <a:gd name="connsiteX4" fmla="*/ 2228939 w 2228939"/>
                  <a:gd name="connsiteY4" fmla="*/ 1114470 h 2228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28939" h="2228938">
                    <a:moveTo>
                      <a:pt x="2228939" y="1114470"/>
                    </a:moveTo>
                    <a:cubicBezTo>
                      <a:pt x="2228939" y="1729974"/>
                      <a:pt x="1729974" y="2228939"/>
                      <a:pt x="1114470" y="2228939"/>
                    </a:cubicBezTo>
                    <a:cubicBezTo>
                      <a:pt x="498965" y="2228939"/>
                      <a:pt x="0" y="1729974"/>
                      <a:pt x="0" y="1114470"/>
                    </a:cubicBezTo>
                    <a:cubicBezTo>
                      <a:pt x="0" y="498965"/>
                      <a:pt x="498965" y="0"/>
                      <a:pt x="1114470" y="0"/>
                    </a:cubicBezTo>
                    <a:cubicBezTo>
                      <a:pt x="1729974" y="0"/>
                      <a:pt x="2228939" y="498965"/>
                      <a:pt x="2228939" y="1114470"/>
                    </a:cubicBezTo>
                    <a:close/>
                  </a:path>
                </a:pathLst>
              </a:custGeom>
              <a:noFill/>
              <a:ln w="7139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63372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áfico 18">
            <a:extLst>
              <a:ext uri="{FF2B5EF4-FFF2-40B4-BE49-F238E27FC236}">
                <a16:creationId xmlns:a16="http://schemas.microsoft.com/office/drawing/2014/main" id="{6EA7028C-AFB2-436E-91C4-2E6DC55B1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075" y="2638637"/>
            <a:ext cx="2764763" cy="2779391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E0882296-FB21-41DE-AA3A-ED850F46C0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6304" y="2638637"/>
            <a:ext cx="2779391" cy="2779391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3DBAE893-3CDD-456E-884F-A7D86D7553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60083" y="2638637"/>
            <a:ext cx="2779391" cy="2779391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D176F10-CAF3-412D-9DBA-371E88C87BB3}"/>
              </a:ext>
            </a:extLst>
          </p:cNvPr>
          <p:cNvSpPr txBox="1">
            <a:spLocks/>
          </p:cNvSpPr>
          <p:nvPr/>
        </p:nvSpPr>
        <p:spPr>
          <a:xfrm>
            <a:off x="2400300" y="524215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>
                <a:solidFill>
                  <a:srgbClr val="FFFFFF"/>
                </a:solidFill>
              </a:rPr>
              <a:t>Gráficas</a:t>
            </a:r>
            <a:endParaRPr lang="es-ES" sz="6000" spc="-150">
              <a:solidFill>
                <a:srgbClr val="FFFFFF"/>
              </a:solidFill>
              <a:latin typeface="Switzer Semi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034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B647DDEC-31A1-4958-9E6F-CE55FB6BF092}"/>
              </a:ext>
            </a:extLst>
          </p:cNvPr>
          <p:cNvSpPr/>
          <p:nvPr/>
        </p:nvSpPr>
        <p:spPr>
          <a:xfrm>
            <a:off x="8264974" y="2356249"/>
            <a:ext cx="2971894" cy="1435693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>
            <a:noFill/>
          </a:ln>
          <a:effectLst>
            <a:outerShdw blurRad="228600" dir="2700000" algn="tl" rotWithShape="0">
              <a:schemeClr val="tx1">
                <a:alpha val="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endParaRPr lang="es-ES" sz="16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B51347FE-8EEE-4299-A97A-6C31907A097B}"/>
              </a:ext>
            </a:extLst>
          </p:cNvPr>
          <p:cNvSpPr/>
          <p:nvPr/>
        </p:nvSpPr>
        <p:spPr>
          <a:xfrm>
            <a:off x="1035899" y="2356249"/>
            <a:ext cx="3539613" cy="2255988"/>
          </a:xfrm>
          <a:prstGeom prst="roundRect">
            <a:avLst>
              <a:gd name="adj" fmla="val 6544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0"/>
              </a:lnSpc>
            </a:pPr>
            <a:endParaRPr lang="es-ES" sz="1400">
              <a:solidFill>
                <a:schemeClr val="accent6">
                  <a:lumMod val="60000"/>
                  <a:lumOff val="40000"/>
                </a:schemeClr>
              </a:solidFill>
              <a:latin typeface="Switzer Light" pitchFamily="50" charset="0"/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5FDB0FAF-9042-4634-B4DE-E315B762D4EF}"/>
              </a:ext>
            </a:extLst>
          </p:cNvPr>
          <p:cNvSpPr/>
          <p:nvPr/>
        </p:nvSpPr>
        <p:spPr>
          <a:xfrm>
            <a:off x="8264975" y="4009019"/>
            <a:ext cx="2971894" cy="1984656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endParaRPr lang="es-ES" sz="16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7127BC69-C8BB-4084-BF34-71E23B9FF20E}"/>
              </a:ext>
            </a:extLst>
          </p:cNvPr>
          <p:cNvSpPr/>
          <p:nvPr/>
        </p:nvSpPr>
        <p:spPr>
          <a:xfrm>
            <a:off x="4762675" y="2356249"/>
            <a:ext cx="3285728" cy="3637426"/>
          </a:xfrm>
          <a:prstGeom prst="roundRect">
            <a:avLst>
              <a:gd name="adj" fmla="val 34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D5C97CEE-367F-4BC5-854D-FBF37553DB8A}"/>
              </a:ext>
            </a:extLst>
          </p:cNvPr>
          <p:cNvSpPr txBox="1">
            <a:spLocks/>
          </p:cNvSpPr>
          <p:nvPr/>
        </p:nvSpPr>
        <p:spPr>
          <a:xfrm>
            <a:off x="966543" y="524215"/>
            <a:ext cx="25060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s-ES" sz="6000" spc="-150"/>
              <a:t>Cajas</a:t>
            </a:r>
            <a:endParaRPr lang="es-ES" sz="6000" spc="-150">
              <a:latin typeface="Switzer Semibold" pitchFamily="50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6B1CB37-CFAE-48AD-919A-68432AEF4F98}"/>
              </a:ext>
            </a:extLst>
          </p:cNvPr>
          <p:cNvSpPr/>
          <p:nvPr/>
        </p:nvSpPr>
        <p:spPr>
          <a:xfrm>
            <a:off x="1035898" y="4801514"/>
            <a:ext cx="3539613" cy="1192161"/>
          </a:xfrm>
          <a:prstGeom prst="roundRect">
            <a:avLst>
              <a:gd name="adj" fmla="val 13065"/>
            </a:avLst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endParaRPr lang="es-ES" sz="1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573389-6F04-4475-B7B9-03E81D39C4EF}"/>
              </a:ext>
            </a:extLst>
          </p:cNvPr>
          <p:cNvSpPr txBox="1"/>
          <p:nvPr/>
        </p:nvSpPr>
        <p:spPr>
          <a:xfrm>
            <a:off x="1330867" y="3730994"/>
            <a:ext cx="2645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>
                <a:solidFill>
                  <a:srgbClr val="FFFFFF"/>
                </a:solidFill>
                <a:latin typeface="+mj-lt"/>
              </a:rPr>
              <a:t>Título</a:t>
            </a:r>
            <a:endParaRPr lang="es-ES">
              <a:solidFill>
                <a:srgbClr val="FFFFFF"/>
              </a:solidFill>
              <a:latin typeface="+mj-l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AA4FBDC-E41C-48EC-B1B2-A87A5BA4EE00}"/>
              </a:ext>
            </a:extLst>
          </p:cNvPr>
          <p:cNvSpPr txBox="1"/>
          <p:nvPr/>
        </p:nvSpPr>
        <p:spPr>
          <a:xfrm>
            <a:off x="1330867" y="4076226"/>
            <a:ext cx="2841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Descripción</a:t>
            </a:r>
            <a:endParaRPr lang="es-E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531FA4EF-FE7D-4721-8B08-49BDD2357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3873" y="2661963"/>
            <a:ext cx="324000" cy="32400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F36ABE9-F044-4008-A57E-544D410C774E}"/>
              </a:ext>
            </a:extLst>
          </p:cNvPr>
          <p:cNvSpPr txBox="1"/>
          <p:nvPr/>
        </p:nvSpPr>
        <p:spPr>
          <a:xfrm>
            <a:off x="8482781" y="2985963"/>
            <a:ext cx="1872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>
                <a:solidFill>
                  <a:schemeClr val="tx1"/>
                </a:solidFill>
                <a:latin typeface="+mj-lt"/>
              </a:rPr>
              <a:t>Título</a:t>
            </a:r>
            <a:endParaRPr lang="es-ES" sz="160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2EAB463-AA21-4A00-A52F-FCACBB05A288}"/>
              </a:ext>
            </a:extLst>
          </p:cNvPr>
          <p:cNvSpPr txBox="1"/>
          <p:nvPr/>
        </p:nvSpPr>
        <p:spPr>
          <a:xfrm>
            <a:off x="4944923" y="4508945"/>
            <a:ext cx="1837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>
                <a:solidFill>
                  <a:schemeClr val="tx1"/>
                </a:solidFill>
                <a:latin typeface="+mj-lt"/>
              </a:rPr>
              <a:t>Título</a:t>
            </a:r>
            <a:endParaRPr lang="es-ES" sz="16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E409212-7E96-4B64-8A77-09CCE3E19634}"/>
              </a:ext>
            </a:extLst>
          </p:cNvPr>
          <p:cNvSpPr txBox="1"/>
          <p:nvPr/>
        </p:nvSpPr>
        <p:spPr>
          <a:xfrm>
            <a:off x="4981881" y="4943166"/>
            <a:ext cx="28042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>
                <a:solidFill>
                  <a:schemeClr val="accent6">
                    <a:lumMod val="50000"/>
                  </a:schemeClr>
                </a:solidFill>
              </a:rPr>
              <a:t>Descripción</a:t>
            </a:r>
          </a:p>
          <a:p>
            <a:r>
              <a:rPr lang="es-ES" sz="140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Lorem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40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ipsum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dolor </a:t>
            </a:r>
            <a:r>
              <a:rPr lang="es-ES" sz="140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sit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40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amet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, </a:t>
            </a:r>
            <a:r>
              <a:rPr lang="es-ES" sz="140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consectetur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40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adipiscing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40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elit</a:t>
            </a:r>
            <a:r>
              <a:rPr lang="es-ES" sz="140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.</a:t>
            </a:r>
            <a:endParaRPr lang="es-ES" sz="140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A8ADD8C-3C0C-45A8-A374-2D5664860CAD}"/>
              </a:ext>
            </a:extLst>
          </p:cNvPr>
          <p:cNvSpPr txBox="1"/>
          <p:nvPr/>
        </p:nvSpPr>
        <p:spPr>
          <a:xfrm>
            <a:off x="8482781" y="3340042"/>
            <a:ext cx="2417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>
                <a:solidFill>
                  <a:schemeClr val="accent6">
                    <a:lumMod val="50000"/>
                  </a:schemeClr>
                </a:solidFill>
              </a:rPr>
              <a:t>Descripción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51B81BF-8C80-4201-B13C-2ECA3A3619BC}"/>
              </a:ext>
            </a:extLst>
          </p:cNvPr>
          <p:cNvSpPr txBox="1"/>
          <p:nvPr/>
        </p:nvSpPr>
        <p:spPr>
          <a:xfrm>
            <a:off x="8482781" y="4847458"/>
            <a:ext cx="2417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>
                <a:solidFill>
                  <a:schemeClr val="accent6">
                    <a:lumMod val="50000"/>
                  </a:schemeClr>
                </a:solidFill>
              </a:rPr>
              <a:t>Insertar imagen</a:t>
            </a: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55DB78ED-FB06-4805-956B-524719B2D2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9037" y="2661963"/>
            <a:ext cx="324000" cy="324000"/>
          </a:xfrm>
          <a:prstGeom prst="rect">
            <a:avLst/>
          </a:prstGeom>
        </p:spPr>
      </p:pic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290B9730-65AF-4B21-A1FD-3CD1D99BF42D}"/>
              </a:ext>
            </a:extLst>
          </p:cNvPr>
          <p:cNvSpPr txBox="1">
            <a:spLocks/>
          </p:cNvSpPr>
          <p:nvPr/>
        </p:nvSpPr>
        <p:spPr>
          <a:xfrm>
            <a:off x="3701142" y="538452"/>
            <a:ext cx="7424057" cy="1192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Usar el diseño de caja que mejor se adapte al fondo y resto de diseño. Se puede ajustar libremente el tamaño, usar la iconografía o prescindir de ella.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Los textos e iconografía se debe ubicar tal y como aparecen en el ejemplo</a:t>
            </a:r>
            <a:endParaRPr lang="es-ES" sz="2000" dirty="0">
              <a:solidFill>
                <a:schemeClr val="accent6">
                  <a:lumMod val="50000"/>
                </a:schemeClr>
              </a:solidFill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0F237FB-BDF7-410E-982E-901E87EF7FD6}"/>
              </a:ext>
            </a:extLst>
          </p:cNvPr>
          <p:cNvSpPr txBox="1"/>
          <p:nvPr/>
        </p:nvSpPr>
        <p:spPr>
          <a:xfrm>
            <a:off x="2626267" y="5022699"/>
            <a:ext cx="1737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4800">
                <a:latin typeface="+mj-lt"/>
              </a:rPr>
              <a:t>42k</a:t>
            </a:r>
            <a:endParaRPr lang="es-ES" sz="480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CF3026F-13B7-4AF3-9D45-987E8C75546E}"/>
              </a:ext>
            </a:extLst>
          </p:cNvPr>
          <p:cNvSpPr txBox="1"/>
          <p:nvPr/>
        </p:nvSpPr>
        <p:spPr>
          <a:xfrm>
            <a:off x="1330867" y="5358436"/>
            <a:ext cx="1737150" cy="3693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s-ES" sz="1800">
                <a:solidFill>
                  <a:schemeClr val="tx1"/>
                </a:solidFill>
                <a:latin typeface="+mj-lt"/>
              </a:rPr>
              <a:t>Título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4298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A0B54AD-57C1-4C00-B944-A96FC9ECB948}"/>
              </a:ext>
            </a:extLst>
          </p:cNvPr>
          <p:cNvSpPr/>
          <p:nvPr/>
        </p:nvSpPr>
        <p:spPr>
          <a:xfrm>
            <a:off x="4762675" y="2356249"/>
            <a:ext cx="3285728" cy="3637426"/>
          </a:xfrm>
          <a:prstGeom prst="roundRect">
            <a:avLst>
              <a:gd name="adj" fmla="val 3439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35F38BA-08A6-4870-ADB7-31FC6369D78C}"/>
              </a:ext>
            </a:extLst>
          </p:cNvPr>
          <p:cNvSpPr txBox="1">
            <a:spLocks/>
          </p:cNvSpPr>
          <p:nvPr/>
        </p:nvSpPr>
        <p:spPr>
          <a:xfrm>
            <a:off x="966543" y="524215"/>
            <a:ext cx="25060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s-ES" sz="6000" spc="-150"/>
              <a:t>Cajas</a:t>
            </a:r>
            <a:endParaRPr lang="es-ES" sz="6000" spc="-150">
              <a:latin typeface="Switzer Semibold" pitchFamily="50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D6E3C6F-11D5-4240-A4E3-F2F2CF15756A}"/>
              </a:ext>
            </a:extLst>
          </p:cNvPr>
          <p:cNvSpPr/>
          <p:nvPr/>
        </p:nvSpPr>
        <p:spPr>
          <a:xfrm>
            <a:off x="1035899" y="2356249"/>
            <a:ext cx="3539613" cy="2207399"/>
          </a:xfrm>
          <a:prstGeom prst="roundRect">
            <a:avLst>
              <a:gd name="adj" fmla="val 6544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0"/>
              </a:lnSpc>
            </a:pPr>
            <a:endParaRPr lang="es-ES" sz="1400">
              <a:solidFill>
                <a:schemeClr val="accent6">
                  <a:lumMod val="60000"/>
                  <a:lumOff val="40000"/>
                </a:schemeClr>
              </a:solidFill>
              <a:latin typeface="Switzer Light" pitchFamily="50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047765F-C1C6-4458-B98D-C18A2CFC838A}"/>
              </a:ext>
            </a:extLst>
          </p:cNvPr>
          <p:cNvSpPr/>
          <p:nvPr/>
        </p:nvSpPr>
        <p:spPr>
          <a:xfrm>
            <a:off x="1035898" y="4801514"/>
            <a:ext cx="3539613" cy="1192161"/>
          </a:xfrm>
          <a:prstGeom prst="roundRect">
            <a:avLst>
              <a:gd name="adj" fmla="val 13065"/>
            </a:avLst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endParaRPr lang="es-ES" sz="1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F5E01D3-C391-4651-83C6-34BC776FA12F}"/>
              </a:ext>
            </a:extLst>
          </p:cNvPr>
          <p:cNvSpPr txBox="1"/>
          <p:nvPr/>
        </p:nvSpPr>
        <p:spPr>
          <a:xfrm>
            <a:off x="1330867" y="3655471"/>
            <a:ext cx="26452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>
                <a:solidFill>
                  <a:schemeClr val="bg1"/>
                </a:solidFill>
                <a:latin typeface="+mj-lt"/>
              </a:rPr>
              <a:t>Título</a:t>
            </a:r>
            <a:endParaRPr lang="es-ES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A73FA9-B180-47DC-99FD-1793B0982B7D}"/>
              </a:ext>
            </a:extLst>
          </p:cNvPr>
          <p:cNvSpPr txBox="1"/>
          <p:nvPr/>
        </p:nvSpPr>
        <p:spPr>
          <a:xfrm>
            <a:off x="1330867" y="4000703"/>
            <a:ext cx="2841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Descripción</a:t>
            </a:r>
            <a:endParaRPr lang="es-ES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48E925D-78CB-435F-8543-50D91B030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3873" y="2661963"/>
            <a:ext cx="324000" cy="324000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4EA905D-EC88-44A5-B049-EF22D1113E18}"/>
              </a:ext>
            </a:extLst>
          </p:cNvPr>
          <p:cNvSpPr/>
          <p:nvPr/>
        </p:nvSpPr>
        <p:spPr>
          <a:xfrm>
            <a:off x="8264974" y="2356249"/>
            <a:ext cx="2971894" cy="1435693"/>
          </a:xfrm>
          <a:prstGeom prst="roundRect">
            <a:avLst>
              <a:gd name="adj" fmla="val 8809"/>
            </a:avLst>
          </a:prstGeom>
          <a:solidFill>
            <a:srgbClr val="FFFFFF">
              <a:alpha val="5098"/>
            </a:srgb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0679FC5-2AC1-443F-8F28-D53F48B253C8}"/>
              </a:ext>
            </a:extLst>
          </p:cNvPr>
          <p:cNvSpPr txBox="1"/>
          <p:nvPr/>
        </p:nvSpPr>
        <p:spPr>
          <a:xfrm>
            <a:off x="8482781" y="2935135"/>
            <a:ext cx="1872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>
                <a:solidFill>
                  <a:schemeClr val="tx1"/>
                </a:solidFill>
                <a:latin typeface="+mj-lt"/>
              </a:rPr>
              <a:t>Título</a:t>
            </a:r>
            <a:endParaRPr lang="es-ES" sz="1600"/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F78B1294-FC3F-480E-83A9-9CD931229215}"/>
              </a:ext>
            </a:extLst>
          </p:cNvPr>
          <p:cNvSpPr txBox="1">
            <a:spLocks/>
          </p:cNvSpPr>
          <p:nvPr/>
        </p:nvSpPr>
        <p:spPr>
          <a:xfrm>
            <a:off x="3701142" y="538452"/>
            <a:ext cx="7424057" cy="1192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dirty="0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Usar el diseño de caja que mejor se adapte al fondo y resto de diseño. Se puede ajustar libremente el tamaño, usar la iconografía o prescindir de ella.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400" dirty="0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Los textos e iconografía se debe ubicar tal y como aparecen en el ejemplo</a:t>
            </a:r>
            <a:endParaRPr lang="es-ES" sz="2000" dirty="0">
              <a:solidFill>
                <a:schemeClr val="accent6">
                  <a:lumMod val="20000"/>
                  <a:lumOff val="80000"/>
                </a:schemeClr>
              </a:solidFill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9BDC308-820E-4F60-904A-35EBBBB4A824}"/>
              </a:ext>
            </a:extLst>
          </p:cNvPr>
          <p:cNvSpPr txBox="1"/>
          <p:nvPr/>
        </p:nvSpPr>
        <p:spPr>
          <a:xfrm>
            <a:off x="4944923" y="4508945"/>
            <a:ext cx="18370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>
                <a:solidFill>
                  <a:schemeClr val="tx1"/>
                </a:solidFill>
                <a:latin typeface="+mj-lt"/>
              </a:rPr>
              <a:t>Título</a:t>
            </a:r>
            <a:endParaRPr lang="es-ES" sz="160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0C297AF-05DF-4903-BE57-B7773E89B110}"/>
              </a:ext>
            </a:extLst>
          </p:cNvPr>
          <p:cNvSpPr txBox="1"/>
          <p:nvPr/>
        </p:nvSpPr>
        <p:spPr>
          <a:xfrm>
            <a:off x="4981881" y="4943166"/>
            <a:ext cx="28042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Descripción</a:t>
            </a:r>
          </a:p>
          <a:p>
            <a:r>
              <a:rPr lang="es-ES" sz="1400" err="1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Lorem</a:t>
            </a:r>
            <a:r>
              <a:rPr lang="es-ES" sz="1400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400" err="1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ipsum</a:t>
            </a:r>
            <a:r>
              <a:rPr lang="es-ES" sz="1400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dolor </a:t>
            </a:r>
            <a:r>
              <a:rPr lang="es-ES" sz="1400" err="1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sit</a:t>
            </a:r>
            <a:r>
              <a:rPr lang="es-ES" sz="1400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400" err="1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amet</a:t>
            </a:r>
            <a:r>
              <a:rPr lang="es-ES" sz="1400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, </a:t>
            </a:r>
            <a:r>
              <a:rPr lang="es-ES" sz="1400" err="1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consectetur</a:t>
            </a:r>
            <a:r>
              <a:rPr lang="es-ES" sz="1400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400" err="1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adipiscing</a:t>
            </a:r>
            <a:r>
              <a:rPr lang="es-ES" sz="1400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400" err="1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elit</a:t>
            </a:r>
            <a:r>
              <a:rPr lang="es-ES" sz="1400">
                <a:solidFill>
                  <a:schemeClr val="accent6">
                    <a:lumMod val="20000"/>
                    <a:lumOff val="8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.</a:t>
            </a:r>
            <a:endParaRPr lang="es-ES" sz="140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351D47E-8E77-48D4-8C93-3AB059AA747C}"/>
              </a:ext>
            </a:extLst>
          </p:cNvPr>
          <p:cNvSpPr txBox="1"/>
          <p:nvPr/>
        </p:nvSpPr>
        <p:spPr>
          <a:xfrm>
            <a:off x="8482781" y="3289214"/>
            <a:ext cx="2417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Descripción</a:t>
            </a:r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D2DF5045-3C39-4167-98DF-AA17C3CE0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9037" y="2661963"/>
            <a:ext cx="324000" cy="3240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39DDC1A4-B564-4F73-BEAD-B7E9301227FA}"/>
              </a:ext>
            </a:extLst>
          </p:cNvPr>
          <p:cNvSpPr txBox="1"/>
          <p:nvPr/>
        </p:nvSpPr>
        <p:spPr>
          <a:xfrm>
            <a:off x="1330867" y="5358436"/>
            <a:ext cx="1737150" cy="3693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s-ES" sz="1800">
                <a:solidFill>
                  <a:schemeClr val="tx1"/>
                </a:solidFill>
                <a:latin typeface="+mj-lt"/>
              </a:rPr>
              <a:t>Título</a:t>
            </a:r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AFB593D-FC73-4930-8147-5DEDCF14FA05}"/>
              </a:ext>
            </a:extLst>
          </p:cNvPr>
          <p:cNvSpPr txBox="1"/>
          <p:nvPr/>
        </p:nvSpPr>
        <p:spPr>
          <a:xfrm>
            <a:off x="2626267" y="5022699"/>
            <a:ext cx="17371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4800">
                <a:latin typeface="+mj-lt"/>
              </a:rPr>
              <a:t>42k</a:t>
            </a:r>
            <a:endParaRPr lang="es-ES" sz="4800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7101224C-E8C9-40F7-A907-FAEC4B60CF1C}"/>
              </a:ext>
            </a:extLst>
          </p:cNvPr>
          <p:cNvSpPr/>
          <p:nvPr/>
        </p:nvSpPr>
        <p:spPr>
          <a:xfrm>
            <a:off x="8264975" y="4009019"/>
            <a:ext cx="2971894" cy="1984656"/>
          </a:xfrm>
          <a:prstGeom prst="roundRect">
            <a:avLst>
              <a:gd name="adj" fmla="val 729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endParaRPr lang="es-ES" sz="16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57B3971-8386-4883-9035-A4FFBFA972DF}"/>
              </a:ext>
            </a:extLst>
          </p:cNvPr>
          <p:cNvSpPr txBox="1"/>
          <p:nvPr/>
        </p:nvSpPr>
        <p:spPr>
          <a:xfrm>
            <a:off x="8482781" y="4847458"/>
            <a:ext cx="2417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chemeClr val="accent6">
                    <a:lumMod val="50000"/>
                  </a:schemeClr>
                </a:solidFill>
              </a:rPr>
              <a:t>Insertar imagen</a:t>
            </a:r>
          </a:p>
        </p:txBody>
      </p:sp>
    </p:spTree>
    <p:extLst>
      <p:ext uri="{BB962C8B-B14F-4D97-AF65-F5344CB8AC3E}">
        <p14:creationId xmlns:p14="http://schemas.microsoft.com/office/powerpoint/2010/main" val="849437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935CA-615F-4D17-85F6-F5AC40C8E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04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CD86F8-EE67-4BD6-AD41-22C8945CB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6000" spc="-150" err="1">
                <a:solidFill>
                  <a:schemeClr val="bg1"/>
                </a:solidFill>
              </a:rPr>
              <a:t>Slides</a:t>
            </a:r>
            <a:r>
              <a:rPr lang="es-ES" sz="6000" spc="-150">
                <a:solidFill>
                  <a:schemeClr val="bg1"/>
                </a:solidFill>
              </a:rPr>
              <a:t> </a:t>
            </a:r>
            <a:r>
              <a:rPr lang="es-ES" sz="6000" spc="-150">
                <a:solidFill>
                  <a:schemeClr val="accent6">
                    <a:lumMod val="60000"/>
                    <a:lumOff val="40000"/>
                  </a:schemeClr>
                </a:solidFill>
              </a:rPr>
              <a:t>predefinidas</a:t>
            </a:r>
          </a:p>
        </p:txBody>
      </p:sp>
    </p:spTree>
    <p:extLst>
      <p:ext uri="{BB962C8B-B14F-4D97-AF65-F5344CB8AC3E}">
        <p14:creationId xmlns:p14="http://schemas.microsoft.com/office/powerpoint/2010/main" val="3309515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C99B9E5-81DE-413E-A3B7-393A7BE51988}"/>
              </a:ext>
            </a:extLst>
          </p:cNvPr>
          <p:cNvSpPr txBox="1"/>
          <p:nvPr/>
        </p:nvSpPr>
        <p:spPr>
          <a:xfrm>
            <a:off x="845574" y="779689"/>
            <a:ext cx="6105832" cy="2089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5400" spc="-150">
                <a:solidFill>
                  <a:schemeClr val="bg2"/>
                </a:solidFill>
                <a:latin typeface="+mj-lt"/>
              </a:rPr>
              <a:t>Transformamos empresas </a:t>
            </a:r>
            <a:r>
              <a:rPr lang="es-ES" sz="5400" spc="-15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hacia el futuro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C55FF3E-D3B1-4FCC-8185-FB7112F78B69}"/>
              </a:ext>
            </a:extLst>
          </p:cNvPr>
          <p:cNvSpPr txBox="1">
            <a:spLocks/>
          </p:cNvSpPr>
          <p:nvPr/>
        </p:nvSpPr>
        <p:spPr>
          <a:xfrm>
            <a:off x="845574" y="3162848"/>
            <a:ext cx="5634531" cy="872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sz="18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Nuestro objetivo es ayudar a impulsar el </a:t>
            </a:r>
            <a:r>
              <a:rPr lang="es-ES" sz="1800" dirty="0">
                <a:solidFill>
                  <a:schemeClr val="accent6">
                    <a:lumMod val="20000"/>
                    <a:lumOff val="80000"/>
                  </a:schemeClr>
                </a:solidFill>
                <a:cs typeface="Poppins" panose="00000500000000000000" pitchFamily="2" charset="0"/>
              </a:rPr>
              <a:t>crecimiento estratégico y transformación tecnológica </a:t>
            </a:r>
            <a:r>
              <a:rPr lang="es-ES" sz="18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de las empresas.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F6175DB-95DB-417E-9B99-48632A67E12B}"/>
              </a:ext>
            </a:extLst>
          </p:cNvPr>
          <p:cNvSpPr/>
          <p:nvPr/>
        </p:nvSpPr>
        <p:spPr>
          <a:xfrm>
            <a:off x="7990809" y="1508019"/>
            <a:ext cx="2240628" cy="2240628"/>
          </a:xfrm>
          <a:prstGeom prst="ellipse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>
                <a:latin typeface="+mj-lt"/>
              </a:rPr>
              <a:t>Transformar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CCD2F73-5098-49A1-86DF-61B87BA5A80C}"/>
              </a:ext>
            </a:extLst>
          </p:cNvPr>
          <p:cNvSpPr/>
          <p:nvPr/>
        </p:nvSpPr>
        <p:spPr>
          <a:xfrm>
            <a:off x="7990809" y="3337948"/>
            <a:ext cx="2240628" cy="2240628"/>
          </a:xfrm>
          <a:prstGeom prst="ellipse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>
                <a:latin typeface="+mj-lt"/>
              </a:rPr>
              <a:t>Digitalizar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12AD1B4-DF37-4185-A3B0-3DCC0DB3ABAA}"/>
              </a:ext>
            </a:extLst>
          </p:cNvPr>
          <p:cNvSpPr/>
          <p:nvPr/>
        </p:nvSpPr>
        <p:spPr>
          <a:xfrm>
            <a:off x="7075846" y="1508021"/>
            <a:ext cx="4070555" cy="4070555"/>
          </a:xfrm>
          <a:prstGeom prst="ellipse">
            <a:avLst/>
          </a:prstGeom>
          <a:noFill/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>
              <a:latin typeface="+mj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A04CDB-D1D2-4AC7-B502-07C7CAB9BE53}"/>
              </a:ext>
            </a:extLst>
          </p:cNvPr>
          <p:cNvSpPr txBox="1"/>
          <p:nvPr/>
        </p:nvSpPr>
        <p:spPr>
          <a:xfrm>
            <a:off x="8344207" y="3374021"/>
            <a:ext cx="15338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600">
                <a:solidFill>
                  <a:schemeClr val="bg2"/>
                </a:solidFill>
                <a:latin typeface="+mj-lt"/>
              </a:rPr>
              <a:t>Crecer</a:t>
            </a:r>
            <a:endParaRPr lang="es-ES">
              <a:solidFill>
                <a:schemeClr val="bg2"/>
              </a:solidFill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FC8C7DC-D4A1-451C-8014-1F6606502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03540" y="4439133"/>
            <a:ext cx="324000" cy="324000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8EDAD95-C67F-4750-9BAA-7A9A418A43AC}"/>
              </a:ext>
            </a:extLst>
          </p:cNvPr>
          <p:cNvSpPr/>
          <p:nvPr/>
        </p:nvSpPr>
        <p:spPr>
          <a:xfrm>
            <a:off x="936170" y="4436562"/>
            <a:ext cx="799749" cy="32657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800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1AEDA1"/>
                                      </p:to>
                                    </p:animClr>
                                    <p:set>
                                      <p:cBhvr>
                                        <p:cTn id="1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n 106" descr="Imagen que contiene agua, sostener, estrella, cuarto&#10;&#10;Descripción generada automáticamente">
            <a:extLst>
              <a:ext uri="{FF2B5EF4-FFF2-40B4-BE49-F238E27FC236}">
                <a16:creationId xmlns:a16="http://schemas.microsoft.com/office/drawing/2014/main" id="{4425D587-E5A4-47DC-BB47-487ACD60C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1" y="0"/>
            <a:ext cx="12167977" cy="6858000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6DB02A0F-DECE-4A95-A59B-D448A524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638" y="526269"/>
            <a:ext cx="2890996" cy="796373"/>
          </a:xfrm>
        </p:spPr>
        <p:txBody>
          <a:bodyPr>
            <a:noAutofit/>
          </a:bodyPr>
          <a:lstStyle/>
          <a:p>
            <a:pPr algn="l"/>
            <a:r>
              <a:rPr lang="es-ES" sz="2800" spc="0">
                <a:solidFill>
                  <a:schemeClr val="accent6">
                    <a:lumMod val="60000"/>
                    <a:lumOff val="40000"/>
                  </a:schemeClr>
                </a:solidFill>
              </a:rPr>
              <a:t>¿Por qué </a:t>
            </a:r>
            <a:r>
              <a:rPr lang="es-ES" sz="2800" spc="0" err="1">
                <a:solidFill>
                  <a:srgbClr val="FFFFFF"/>
                </a:solidFill>
              </a:rPr>
              <a:t>Convertia</a:t>
            </a:r>
            <a:r>
              <a:rPr lang="es-ES" sz="2800" spc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D610E3E-C014-4563-9358-A98D74B6C88B}"/>
              </a:ext>
            </a:extLst>
          </p:cNvPr>
          <p:cNvSpPr txBox="1"/>
          <p:nvPr/>
        </p:nvSpPr>
        <p:spPr>
          <a:xfrm>
            <a:off x="849353" y="1596992"/>
            <a:ext cx="1447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>
                <a:solidFill>
                  <a:srgbClr val="FFFFFF"/>
                </a:solidFill>
              </a:rPr>
              <a:t>Acompañamiento 360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5F1E133-D2E1-45FA-AC7E-79B11CE6EC3B}"/>
              </a:ext>
            </a:extLst>
          </p:cNvPr>
          <p:cNvSpPr txBox="1"/>
          <p:nvPr/>
        </p:nvSpPr>
        <p:spPr>
          <a:xfrm>
            <a:off x="849353" y="2168492"/>
            <a:ext cx="1447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>
                <a:solidFill>
                  <a:srgbClr val="FFFFFF"/>
                </a:solidFill>
              </a:rPr>
              <a:t>Unión de marketing, tecnología y ventas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9E6ED3E-F880-4E5F-B326-B20773A366C5}"/>
              </a:ext>
            </a:extLst>
          </p:cNvPr>
          <p:cNvSpPr txBox="1"/>
          <p:nvPr/>
        </p:nvSpPr>
        <p:spPr>
          <a:xfrm>
            <a:off x="849353" y="2724604"/>
            <a:ext cx="1447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>
                <a:solidFill>
                  <a:srgbClr val="FFFFFF"/>
                </a:solidFill>
              </a:rPr>
              <a:t>Equipo especializado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FB70995-063E-4EBF-9B1D-A8F3B34CE9D0}"/>
              </a:ext>
            </a:extLst>
          </p:cNvPr>
          <p:cNvSpPr txBox="1"/>
          <p:nvPr/>
        </p:nvSpPr>
        <p:spPr>
          <a:xfrm>
            <a:off x="849353" y="3267529"/>
            <a:ext cx="1447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>
                <a:solidFill>
                  <a:srgbClr val="FFFFFF"/>
                </a:solidFill>
              </a:rPr>
              <a:t>Tecnología avanzada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DB6583D3-6A54-451F-B6F4-98718BBAB545}"/>
              </a:ext>
            </a:extLst>
          </p:cNvPr>
          <p:cNvSpPr txBox="1">
            <a:spLocks/>
          </p:cNvSpPr>
          <p:nvPr/>
        </p:nvSpPr>
        <p:spPr>
          <a:xfrm>
            <a:off x="657638" y="4032023"/>
            <a:ext cx="1934554" cy="6163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es-ES" sz="2400">
                <a:solidFill>
                  <a:srgbClr val="FFFFFF"/>
                </a:solidFill>
              </a:rPr>
              <a:t>Resultados</a:t>
            </a:r>
            <a:endParaRPr lang="es-ES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2E58894-5885-473D-9470-5FF5B89D9B72}"/>
              </a:ext>
            </a:extLst>
          </p:cNvPr>
          <p:cNvSpPr txBox="1"/>
          <p:nvPr/>
        </p:nvSpPr>
        <p:spPr>
          <a:xfrm>
            <a:off x="1020804" y="4833356"/>
            <a:ext cx="1152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>
                <a:solidFill>
                  <a:srgbClr val="FFFFFF"/>
                </a:solidFill>
              </a:rPr>
              <a:t>Trazabilidad total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7D0F27D-6913-4038-86FA-6FD2EC29F258}"/>
              </a:ext>
            </a:extLst>
          </p:cNvPr>
          <p:cNvSpPr txBox="1"/>
          <p:nvPr/>
        </p:nvSpPr>
        <p:spPr>
          <a:xfrm>
            <a:off x="873166" y="5334783"/>
            <a:ext cx="1447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>
                <a:solidFill>
                  <a:srgbClr val="FFFFFF"/>
                </a:solidFill>
              </a:rPr>
              <a:t>Reducción de costes de adquisición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35D457A-8AE7-41FD-B006-B9B4B4E26AC9}"/>
              </a:ext>
            </a:extLst>
          </p:cNvPr>
          <p:cNvSpPr txBox="1"/>
          <p:nvPr/>
        </p:nvSpPr>
        <p:spPr>
          <a:xfrm>
            <a:off x="935078" y="5836210"/>
            <a:ext cx="13236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>
                <a:solidFill>
                  <a:srgbClr val="FFFFFF"/>
                </a:solidFill>
              </a:rPr>
              <a:t>Ventas incrementales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E6BFECD-84E8-4890-A80B-F149903F6300}"/>
              </a:ext>
            </a:extLst>
          </p:cNvPr>
          <p:cNvSpPr txBox="1"/>
          <p:nvPr/>
        </p:nvSpPr>
        <p:spPr>
          <a:xfrm>
            <a:off x="5257976" y="2568602"/>
            <a:ext cx="154269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>
                <a:solidFill>
                  <a:schemeClr val="accent6">
                    <a:lumMod val="40000"/>
                    <a:lumOff val="60000"/>
                  </a:schemeClr>
                </a:solidFill>
              </a:rPr>
              <a:t>Marketing</a:t>
            </a:r>
          </a:p>
          <a:p>
            <a:pPr algn="ctr"/>
            <a:endParaRPr lang="es-ES" sz="140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s-ES" sz="1400">
                <a:solidFill>
                  <a:schemeClr val="accent6">
                    <a:lumMod val="40000"/>
                    <a:lumOff val="60000"/>
                  </a:schemeClr>
                </a:solidFill>
              </a:rPr>
              <a:t>Tecnología</a:t>
            </a:r>
          </a:p>
          <a:p>
            <a:pPr algn="ctr"/>
            <a:endParaRPr lang="es-ES" sz="140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s-ES" sz="1400">
                <a:solidFill>
                  <a:schemeClr val="accent6">
                    <a:lumMod val="40000"/>
                    <a:lumOff val="60000"/>
                  </a:schemeClr>
                </a:solidFill>
              </a:rPr>
              <a:t>CX</a:t>
            </a:r>
          </a:p>
          <a:p>
            <a:pPr algn="ctr"/>
            <a:endParaRPr lang="es-ES" sz="140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s-ES" sz="1400">
                <a:solidFill>
                  <a:schemeClr val="accent6">
                    <a:lumMod val="40000"/>
                    <a:lumOff val="60000"/>
                  </a:schemeClr>
                </a:solidFill>
              </a:rPr>
              <a:t>Ventas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64E8241-5911-4C1A-8912-783328DA5997}"/>
              </a:ext>
            </a:extLst>
          </p:cNvPr>
          <p:cNvSpPr txBox="1"/>
          <p:nvPr/>
        </p:nvSpPr>
        <p:spPr>
          <a:xfrm>
            <a:off x="5305601" y="818000"/>
            <a:ext cx="14474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>
                <a:solidFill>
                  <a:srgbClr val="FFFFFF"/>
                </a:solidFill>
              </a:rPr>
              <a:t>Consultoría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1183DC6-E1F3-4046-B383-468F84FA454E}"/>
              </a:ext>
            </a:extLst>
          </p:cNvPr>
          <p:cNvSpPr txBox="1"/>
          <p:nvPr/>
        </p:nvSpPr>
        <p:spPr>
          <a:xfrm>
            <a:off x="6410501" y="1763223"/>
            <a:ext cx="1447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>
                <a:solidFill>
                  <a:srgbClr val="FFFFFF"/>
                </a:solidFill>
              </a:rPr>
              <a:t>Captación Digital Inteligente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DEB7E57-B128-460B-BF13-6C8AF320AB7C}"/>
              </a:ext>
            </a:extLst>
          </p:cNvPr>
          <p:cNvSpPr txBox="1"/>
          <p:nvPr/>
        </p:nvSpPr>
        <p:spPr>
          <a:xfrm>
            <a:off x="6552615" y="4448021"/>
            <a:ext cx="1305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>
                <a:solidFill>
                  <a:srgbClr val="FFFFFF"/>
                </a:solidFill>
              </a:rPr>
              <a:t>Hub Tecnológico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8E4EF9D-50D7-4FF6-B057-6FE8F0363E95}"/>
              </a:ext>
            </a:extLst>
          </p:cNvPr>
          <p:cNvSpPr/>
          <p:nvPr/>
        </p:nvSpPr>
        <p:spPr>
          <a:xfrm>
            <a:off x="826913" y="1613902"/>
            <a:ext cx="1542696" cy="36952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64B45963-E4C7-4612-AC84-6E3221C6A50C}"/>
              </a:ext>
            </a:extLst>
          </p:cNvPr>
          <p:cNvSpPr/>
          <p:nvPr/>
        </p:nvSpPr>
        <p:spPr>
          <a:xfrm>
            <a:off x="826912" y="2181135"/>
            <a:ext cx="1542696" cy="36952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5DCC18D3-B6BC-4B40-8E22-073046BCD622}"/>
              </a:ext>
            </a:extLst>
          </p:cNvPr>
          <p:cNvSpPr/>
          <p:nvPr/>
        </p:nvSpPr>
        <p:spPr>
          <a:xfrm>
            <a:off x="804810" y="2739543"/>
            <a:ext cx="1542696" cy="36952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3FA2272E-E667-4761-8417-8F4A5AAA7D63}"/>
              </a:ext>
            </a:extLst>
          </p:cNvPr>
          <p:cNvSpPr/>
          <p:nvPr/>
        </p:nvSpPr>
        <p:spPr>
          <a:xfrm>
            <a:off x="826911" y="3288054"/>
            <a:ext cx="1542696" cy="36952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C1A378C9-BB65-439B-9B26-FC10E2DEFF1F}"/>
              </a:ext>
            </a:extLst>
          </p:cNvPr>
          <p:cNvSpPr/>
          <p:nvPr/>
        </p:nvSpPr>
        <p:spPr>
          <a:xfrm>
            <a:off x="826911" y="4848650"/>
            <a:ext cx="1542696" cy="36952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F71CDBC0-BFBA-415E-98A5-E30C47498D8A}"/>
              </a:ext>
            </a:extLst>
          </p:cNvPr>
          <p:cNvSpPr/>
          <p:nvPr/>
        </p:nvSpPr>
        <p:spPr>
          <a:xfrm>
            <a:off x="826911" y="5334783"/>
            <a:ext cx="1542696" cy="36952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D9209A9C-BC6B-4967-9999-D69582508700}"/>
              </a:ext>
            </a:extLst>
          </p:cNvPr>
          <p:cNvSpPr/>
          <p:nvPr/>
        </p:nvSpPr>
        <p:spPr>
          <a:xfrm>
            <a:off x="826911" y="5874293"/>
            <a:ext cx="1542696" cy="36952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12A210-14BA-415D-8007-F2366B83A16F}"/>
              </a:ext>
            </a:extLst>
          </p:cNvPr>
          <p:cNvCxnSpPr>
            <a:cxnSpLocks/>
          </p:cNvCxnSpPr>
          <p:nvPr/>
        </p:nvCxnSpPr>
        <p:spPr>
          <a:xfrm>
            <a:off x="657638" y="1365963"/>
            <a:ext cx="2670278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713952B4-A8FA-4E72-9285-08DDE27329E3}"/>
              </a:ext>
            </a:extLst>
          </p:cNvPr>
          <p:cNvCxnSpPr>
            <a:cxnSpLocks/>
          </p:cNvCxnSpPr>
          <p:nvPr/>
        </p:nvCxnSpPr>
        <p:spPr>
          <a:xfrm>
            <a:off x="657638" y="4552245"/>
            <a:ext cx="2164285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F00FC5B0-F645-4A1B-8963-3D1B8DAFF828}"/>
              </a:ext>
            </a:extLst>
          </p:cNvPr>
          <p:cNvGrpSpPr/>
          <p:nvPr/>
        </p:nvGrpSpPr>
        <p:grpSpPr>
          <a:xfrm>
            <a:off x="9019297" y="3750596"/>
            <a:ext cx="2398637" cy="2786838"/>
            <a:chOff x="9019297" y="3750596"/>
            <a:chExt cx="2398637" cy="2786838"/>
          </a:xfrm>
        </p:grpSpPr>
        <p:sp>
          <p:nvSpPr>
            <p:cNvPr id="109" name="Rectángulo: esquinas redondeadas 108">
              <a:extLst>
                <a:ext uri="{FF2B5EF4-FFF2-40B4-BE49-F238E27FC236}">
                  <a16:creationId xmlns:a16="http://schemas.microsoft.com/office/drawing/2014/main" id="{A7524232-A51A-4DF5-88B8-3A338DB1FC2A}"/>
                </a:ext>
              </a:extLst>
            </p:cNvPr>
            <p:cNvSpPr/>
            <p:nvPr/>
          </p:nvSpPr>
          <p:spPr>
            <a:xfrm>
              <a:off x="9019297" y="3881890"/>
              <a:ext cx="2345792" cy="2655544"/>
            </a:xfrm>
            <a:prstGeom prst="roundRect">
              <a:avLst>
                <a:gd name="adj" fmla="val 5859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98236DBB-1C8B-4613-BFB4-DB24330B9961}"/>
                </a:ext>
              </a:extLst>
            </p:cNvPr>
            <p:cNvSpPr txBox="1"/>
            <p:nvPr/>
          </p:nvSpPr>
          <p:spPr>
            <a:xfrm>
              <a:off x="9277174" y="4401854"/>
              <a:ext cx="89511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00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Marketing </a:t>
              </a:r>
              <a:r>
                <a:rPr lang="es-ES" sz="1000" err="1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Automation</a:t>
              </a:r>
              <a:r>
                <a:rPr lang="es-ES" sz="100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&amp; CRM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0687DCDF-F45B-48C6-84AE-59311F9E16CD}"/>
                </a:ext>
              </a:extLst>
            </p:cNvPr>
            <p:cNvSpPr txBox="1"/>
            <p:nvPr/>
          </p:nvSpPr>
          <p:spPr>
            <a:xfrm>
              <a:off x="10049262" y="4411225"/>
              <a:ext cx="13686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000" err="1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Omnichannel</a:t>
              </a:r>
              <a:r>
                <a:rPr lang="es-ES" sz="100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s-ES" sz="1000" err="1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Contact</a:t>
              </a:r>
              <a:r>
                <a:rPr lang="es-ES" sz="100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Center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85B93605-E466-4530-9859-78A40F8D70F5}"/>
                </a:ext>
              </a:extLst>
            </p:cNvPr>
            <p:cNvSpPr txBox="1"/>
            <p:nvPr/>
          </p:nvSpPr>
          <p:spPr>
            <a:xfrm>
              <a:off x="9147993" y="5364717"/>
              <a:ext cx="11534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00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Virtual </a:t>
              </a:r>
              <a:r>
                <a:rPr lang="es-ES" sz="1000" err="1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Agents</a:t>
              </a:r>
              <a:endParaRPr lang="es-ES" sz="100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21C8DC14-049E-4837-90DE-3D7FA3BFDE32}"/>
                </a:ext>
              </a:extLst>
            </p:cNvPr>
            <p:cNvSpPr txBox="1"/>
            <p:nvPr/>
          </p:nvSpPr>
          <p:spPr>
            <a:xfrm>
              <a:off x="10223690" y="5287772"/>
              <a:ext cx="10198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000" err="1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Speech</a:t>
              </a:r>
              <a:r>
                <a:rPr lang="es-ES" sz="100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s-ES" sz="1000" err="1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Analytics</a:t>
              </a:r>
              <a:endParaRPr lang="es-ES" sz="100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8833F196-687F-40E0-B617-89F093FECE2C}"/>
                </a:ext>
              </a:extLst>
            </p:cNvPr>
            <p:cNvSpPr txBox="1"/>
            <p:nvPr/>
          </p:nvSpPr>
          <p:spPr>
            <a:xfrm>
              <a:off x="9214825" y="6009623"/>
              <a:ext cx="10198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000" err="1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Workforce</a:t>
              </a:r>
              <a:r>
                <a:rPr lang="es-ES" sz="1000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 Management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8EF80872-0C61-4DC0-88D5-BAE0F56A6197}"/>
                </a:ext>
              </a:extLst>
            </p:cNvPr>
            <p:cNvSpPr txBox="1"/>
            <p:nvPr/>
          </p:nvSpPr>
          <p:spPr>
            <a:xfrm>
              <a:off x="10223690" y="6092069"/>
              <a:ext cx="101981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000" err="1">
                  <a:solidFill>
                    <a:schemeClr val="accent6">
                      <a:lumMod val="40000"/>
                      <a:lumOff val="60000"/>
                    </a:schemeClr>
                  </a:solidFill>
                </a:rPr>
                <a:t>Helpdesk</a:t>
              </a:r>
              <a:endParaRPr lang="es-ES" sz="1000">
                <a:solidFill>
                  <a:schemeClr val="accent6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9378283E-6600-4A94-A7FB-E47859F0AA13}"/>
                </a:ext>
              </a:extLst>
            </p:cNvPr>
            <p:cNvSpPr txBox="1"/>
            <p:nvPr/>
          </p:nvSpPr>
          <p:spPr>
            <a:xfrm>
              <a:off x="9420103" y="3750596"/>
              <a:ext cx="1583376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" sz="1050">
                  <a:solidFill>
                    <a:srgbClr val="FFFFFF"/>
                  </a:solidFill>
                </a:rPr>
                <a:t>Tecnología </a:t>
              </a:r>
              <a:r>
                <a:rPr lang="es-ES" sz="1050" err="1">
                  <a:solidFill>
                    <a:srgbClr val="FFFFFF"/>
                  </a:solidFill>
                </a:rPr>
                <a:t>all</a:t>
              </a:r>
              <a:r>
                <a:rPr lang="es-ES" sz="1050">
                  <a:solidFill>
                    <a:srgbClr val="FFFFFF"/>
                  </a:solidFill>
                </a:rPr>
                <a:t>-</a:t>
              </a:r>
              <a:r>
                <a:rPr lang="es-ES" sz="1050" err="1">
                  <a:solidFill>
                    <a:srgbClr val="FFFFFF"/>
                  </a:solidFill>
                </a:rPr>
                <a:t>in-one</a:t>
              </a:r>
              <a:endParaRPr lang="es-ES" sz="1050">
                <a:solidFill>
                  <a:srgbClr val="FFFFFF"/>
                </a:solidFill>
              </a:endParaRPr>
            </a:p>
          </p:txBody>
        </p:sp>
        <p:sp>
          <p:nvSpPr>
            <p:cNvPr id="81" name="Gráfico 76">
              <a:extLst>
                <a:ext uri="{FF2B5EF4-FFF2-40B4-BE49-F238E27FC236}">
                  <a16:creationId xmlns:a16="http://schemas.microsoft.com/office/drawing/2014/main" id="{F4BA869C-A992-463B-BE82-69CE1CCDBF6D}"/>
                </a:ext>
              </a:extLst>
            </p:cNvPr>
            <p:cNvSpPr/>
            <p:nvPr/>
          </p:nvSpPr>
          <p:spPr>
            <a:xfrm>
              <a:off x="10647873" y="5775202"/>
              <a:ext cx="171450" cy="200025"/>
            </a:xfrm>
            <a:custGeom>
              <a:avLst/>
              <a:gdLst>
                <a:gd name="connsiteX0" fmla="*/ 85725 w 171450"/>
                <a:gd name="connsiteY0" fmla="*/ 200025 h 200025"/>
                <a:gd name="connsiteX1" fmla="*/ 57150 w 171450"/>
                <a:gd name="connsiteY1" fmla="*/ 171450 h 200025"/>
                <a:gd name="connsiteX2" fmla="*/ 19050 w 171450"/>
                <a:gd name="connsiteY2" fmla="*/ 171450 h 200025"/>
                <a:gd name="connsiteX3" fmla="*/ 5596 w 171450"/>
                <a:gd name="connsiteY3" fmla="*/ 165854 h 200025"/>
                <a:gd name="connsiteX4" fmla="*/ 0 w 171450"/>
                <a:gd name="connsiteY4" fmla="*/ 152400 h 200025"/>
                <a:gd name="connsiteX5" fmla="*/ 0 w 171450"/>
                <a:gd name="connsiteY5" fmla="*/ 19050 h 200025"/>
                <a:gd name="connsiteX6" fmla="*/ 5596 w 171450"/>
                <a:gd name="connsiteY6" fmla="*/ 5596 h 200025"/>
                <a:gd name="connsiteX7" fmla="*/ 19050 w 171450"/>
                <a:gd name="connsiteY7" fmla="*/ 0 h 200025"/>
                <a:gd name="connsiteX8" fmla="*/ 152400 w 171450"/>
                <a:gd name="connsiteY8" fmla="*/ 0 h 200025"/>
                <a:gd name="connsiteX9" fmla="*/ 165854 w 171450"/>
                <a:gd name="connsiteY9" fmla="*/ 5596 h 200025"/>
                <a:gd name="connsiteX10" fmla="*/ 171450 w 171450"/>
                <a:gd name="connsiteY10" fmla="*/ 19050 h 200025"/>
                <a:gd name="connsiteX11" fmla="*/ 171450 w 171450"/>
                <a:gd name="connsiteY11" fmla="*/ 152400 h 200025"/>
                <a:gd name="connsiteX12" fmla="*/ 165854 w 171450"/>
                <a:gd name="connsiteY12" fmla="*/ 165854 h 200025"/>
                <a:gd name="connsiteX13" fmla="*/ 152400 w 171450"/>
                <a:gd name="connsiteY13" fmla="*/ 171450 h 200025"/>
                <a:gd name="connsiteX14" fmla="*/ 114300 w 171450"/>
                <a:gd name="connsiteY14" fmla="*/ 171450 h 200025"/>
                <a:gd name="connsiteX15" fmla="*/ 85725 w 171450"/>
                <a:gd name="connsiteY15" fmla="*/ 200025 h 200025"/>
                <a:gd name="connsiteX16" fmla="*/ 84773 w 171450"/>
                <a:gd name="connsiteY16" fmla="*/ 142875 h 200025"/>
                <a:gd name="connsiteX17" fmla="*/ 93226 w 171450"/>
                <a:gd name="connsiteY17" fmla="*/ 139422 h 200025"/>
                <a:gd name="connsiteX18" fmla="*/ 96679 w 171450"/>
                <a:gd name="connsiteY18" fmla="*/ 130969 h 200025"/>
                <a:gd name="connsiteX19" fmla="*/ 93226 w 171450"/>
                <a:gd name="connsiteY19" fmla="*/ 122515 h 200025"/>
                <a:gd name="connsiteX20" fmla="*/ 84773 w 171450"/>
                <a:gd name="connsiteY20" fmla="*/ 119063 h 200025"/>
                <a:gd name="connsiteX21" fmla="*/ 76319 w 171450"/>
                <a:gd name="connsiteY21" fmla="*/ 122515 h 200025"/>
                <a:gd name="connsiteX22" fmla="*/ 72866 w 171450"/>
                <a:gd name="connsiteY22" fmla="*/ 130969 h 200025"/>
                <a:gd name="connsiteX23" fmla="*/ 76319 w 171450"/>
                <a:gd name="connsiteY23" fmla="*/ 139422 h 200025"/>
                <a:gd name="connsiteX24" fmla="*/ 84773 w 171450"/>
                <a:gd name="connsiteY24" fmla="*/ 142875 h 200025"/>
                <a:gd name="connsiteX25" fmla="*/ 76200 w 171450"/>
                <a:gd name="connsiteY25" fmla="*/ 106204 h 200025"/>
                <a:gd name="connsiteX26" fmla="*/ 93821 w 171450"/>
                <a:gd name="connsiteY26" fmla="*/ 106204 h 200025"/>
                <a:gd name="connsiteX27" fmla="*/ 94178 w 171450"/>
                <a:gd name="connsiteY27" fmla="*/ 99298 h 200025"/>
                <a:gd name="connsiteX28" fmla="*/ 95726 w 171450"/>
                <a:gd name="connsiteY28" fmla="*/ 93821 h 200025"/>
                <a:gd name="connsiteX29" fmla="*/ 98703 w 171450"/>
                <a:gd name="connsiteY29" fmla="*/ 88940 h 200025"/>
                <a:gd name="connsiteX30" fmla="*/ 103823 w 171450"/>
                <a:gd name="connsiteY30" fmla="*/ 83344 h 200025"/>
                <a:gd name="connsiteX31" fmla="*/ 115610 w 171450"/>
                <a:gd name="connsiteY31" fmla="*/ 69413 h 200025"/>
                <a:gd name="connsiteX32" fmla="*/ 119063 w 171450"/>
                <a:gd name="connsiteY32" fmla="*/ 56674 h 200025"/>
                <a:gd name="connsiteX33" fmla="*/ 110490 w 171450"/>
                <a:gd name="connsiteY33" fmla="*/ 36314 h 200025"/>
                <a:gd name="connsiteX34" fmla="*/ 87392 w 171450"/>
                <a:gd name="connsiteY34" fmla="*/ 28575 h 200025"/>
                <a:gd name="connsiteX35" fmla="*/ 65127 w 171450"/>
                <a:gd name="connsiteY35" fmla="*/ 35004 h 200025"/>
                <a:gd name="connsiteX36" fmla="*/ 52388 w 171450"/>
                <a:gd name="connsiteY36" fmla="*/ 52864 h 200025"/>
                <a:gd name="connsiteX37" fmla="*/ 68104 w 171450"/>
                <a:gd name="connsiteY37" fmla="*/ 59055 h 200025"/>
                <a:gd name="connsiteX38" fmla="*/ 74771 w 171450"/>
                <a:gd name="connsiteY38" fmla="*/ 48697 h 200025"/>
                <a:gd name="connsiteX39" fmla="*/ 86439 w 171450"/>
                <a:gd name="connsiteY39" fmla="*/ 44768 h 200025"/>
                <a:gd name="connsiteX40" fmla="*/ 97155 w 171450"/>
                <a:gd name="connsiteY40" fmla="*/ 48220 h 200025"/>
                <a:gd name="connsiteX41" fmla="*/ 101441 w 171450"/>
                <a:gd name="connsiteY41" fmla="*/ 57388 h 200025"/>
                <a:gd name="connsiteX42" fmla="*/ 98822 w 171450"/>
                <a:gd name="connsiteY42" fmla="*/ 65961 h 200025"/>
                <a:gd name="connsiteX43" fmla="*/ 90011 w 171450"/>
                <a:gd name="connsiteY43" fmla="*/ 75962 h 200025"/>
                <a:gd name="connsiteX44" fmla="*/ 83463 w 171450"/>
                <a:gd name="connsiteY44" fmla="*/ 82510 h 200025"/>
                <a:gd name="connsiteX45" fmla="*/ 79296 w 171450"/>
                <a:gd name="connsiteY45" fmla="*/ 89297 h 200025"/>
                <a:gd name="connsiteX46" fmla="*/ 76914 w 171450"/>
                <a:gd name="connsiteY46" fmla="*/ 96798 h 200025"/>
                <a:gd name="connsiteX47" fmla="*/ 76200 w 171450"/>
                <a:gd name="connsiteY47" fmla="*/ 106204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71450" h="200025">
                  <a:moveTo>
                    <a:pt x="85725" y="200025"/>
                  </a:moveTo>
                  <a:lnTo>
                    <a:pt x="57150" y="171450"/>
                  </a:lnTo>
                  <a:lnTo>
                    <a:pt x="19050" y="171450"/>
                  </a:lnTo>
                  <a:cubicBezTo>
                    <a:pt x="13811" y="171450"/>
                    <a:pt x="9327" y="169585"/>
                    <a:pt x="5596" y="165854"/>
                  </a:cubicBezTo>
                  <a:cubicBezTo>
                    <a:pt x="1865" y="162123"/>
                    <a:pt x="0" y="157639"/>
                    <a:pt x="0" y="152400"/>
                  </a:cubicBezTo>
                  <a:lnTo>
                    <a:pt x="0" y="19050"/>
                  </a:lnTo>
                  <a:cubicBezTo>
                    <a:pt x="0" y="13811"/>
                    <a:pt x="1865" y="9327"/>
                    <a:pt x="5596" y="5596"/>
                  </a:cubicBezTo>
                  <a:cubicBezTo>
                    <a:pt x="9327" y="1865"/>
                    <a:pt x="13811" y="0"/>
                    <a:pt x="19050" y="0"/>
                  </a:cubicBezTo>
                  <a:lnTo>
                    <a:pt x="152400" y="0"/>
                  </a:lnTo>
                  <a:cubicBezTo>
                    <a:pt x="157639" y="0"/>
                    <a:pt x="162123" y="1865"/>
                    <a:pt x="165854" y="5596"/>
                  </a:cubicBezTo>
                  <a:cubicBezTo>
                    <a:pt x="169585" y="9327"/>
                    <a:pt x="171450" y="13811"/>
                    <a:pt x="171450" y="19050"/>
                  </a:cubicBezTo>
                  <a:lnTo>
                    <a:pt x="171450" y="152400"/>
                  </a:lnTo>
                  <a:cubicBezTo>
                    <a:pt x="171450" y="157639"/>
                    <a:pt x="169585" y="162123"/>
                    <a:pt x="165854" y="165854"/>
                  </a:cubicBezTo>
                  <a:cubicBezTo>
                    <a:pt x="162123" y="169585"/>
                    <a:pt x="157639" y="171450"/>
                    <a:pt x="152400" y="171450"/>
                  </a:cubicBezTo>
                  <a:lnTo>
                    <a:pt x="114300" y="171450"/>
                  </a:lnTo>
                  <a:lnTo>
                    <a:pt x="85725" y="200025"/>
                  </a:lnTo>
                  <a:close/>
                  <a:moveTo>
                    <a:pt x="84773" y="142875"/>
                  </a:moveTo>
                  <a:cubicBezTo>
                    <a:pt x="88106" y="142875"/>
                    <a:pt x="90924" y="141724"/>
                    <a:pt x="93226" y="139422"/>
                  </a:cubicBezTo>
                  <a:cubicBezTo>
                    <a:pt x="95528" y="137120"/>
                    <a:pt x="96679" y="134303"/>
                    <a:pt x="96679" y="130969"/>
                  </a:cubicBezTo>
                  <a:cubicBezTo>
                    <a:pt x="96679" y="127635"/>
                    <a:pt x="95528" y="124817"/>
                    <a:pt x="93226" y="122515"/>
                  </a:cubicBezTo>
                  <a:cubicBezTo>
                    <a:pt x="90924" y="120213"/>
                    <a:pt x="88106" y="119063"/>
                    <a:pt x="84773" y="119063"/>
                  </a:cubicBezTo>
                  <a:cubicBezTo>
                    <a:pt x="81439" y="119063"/>
                    <a:pt x="78621" y="120213"/>
                    <a:pt x="76319" y="122515"/>
                  </a:cubicBezTo>
                  <a:cubicBezTo>
                    <a:pt x="74017" y="124817"/>
                    <a:pt x="72866" y="127635"/>
                    <a:pt x="72866" y="130969"/>
                  </a:cubicBezTo>
                  <a:cubicBezTo>
                    <a:pt x="72866" y="134303"/>
                    <a:pt x="74017" y="137120"/>
                    <a:pt x="76319" y="139422"/>
                  </a:cubicBezTo>
                  <a:cubicBezTo>
                    <a:pt x="78621" y="141724"/>
                    <a:pt x="81439" y="142875"/>
                    <a:pt x="84773" y="142875"/>
                  </a:cubicBezTo>
                  <a:close/>
                  <a:moveTo>
                    <a:pt x="76200" y="106204"/>
                  </a:moveTo>
                  <a:lnTo>
                    <a:pt x="93821" y="106204"/>
                  </a:lnTo>
                  <a:cubicBezTo>
                    <a:pt x="93821" y="103505"/>
                    <a:pt x="93940" y="101203"/>
                    <a:pt x="94178" y="99298"/>
                  </a:cubicBezTo>
                  <a:cubicBezTo>
                    <a:pt x="94417" y="97393"/>
                    <a:pt x="94933" y="95567"/>
                    <a:pt x="95726" y="93821"/>
                  </a:cubicBezTo>
                  <a:cubicBezTo>
                    <a:pt x="96520" y="92075"/>
                    <a:pt x="97512" y="90448"/>
                    <a:pt x="98703" y="88940"/>
                  </a:cubicBezTo>
                  <a:cubicBezTo>
                    <a:pt x="99893" y="87432"/>
                    <a:pt x="101600" y="85566"/>
                    <a:pt x="103823" y="83344"/>
                  </a:cubicBezTo>
                  <a:cubicBezTo>
                    <a:pt x="109379" y="77788"/>
                    <a:pt x="113308" y="73144"/>
                    <a:pt x="115610" y="69413"/>
                  </a:cubicBezTo>
                  <a:cubicBezTo>
                    <a:pt x="117912" y="65683"/>
                    <a:pt x="119063" y="61436"/>
                    <a:pt x="119063" y="56674"/>
                  </a:cubicBezTo>
                  <a:cubicBezTo>
                    <a:pt x="119063" y="48260"/>
                    <a:pt x="116205" y="41474"/>
                    <a:pt x="110490" y="36314"/>
                  </a:cubicBezTo>
                  <a:cubicBezTo>
                    <a:pt x="104775" y="31155"/>
                    <a:pt x="97076" y="28575"/>
                    <a:pt x="87392" y="28575"/>
                  </a:cubicBezTo>
                  <a:cubicBezTo>
                    <a:pt x="78661" y="28575"/>
                    <a:pt x="71239" y="30718"/>
                    <a:pt x="65127" y="35004"/>
                  </a:cubicBezTo>
                  <a:cubicBezTo>
                    <a:pt x="59015" y="39291"/>
                    <a:pt x="54769" y="45244"/>
                    <a:pt x="52388" y="52864"/>
                  </a:cubicBezTo>
                  <a:lnTo>
                    <a:pt x="68104" y="59055"/>
                  </a:lnTo>
                  <a:cubicBezTo>
                    <a:pt x="69215" y="54769"/>
                    <a:pt x="71438" y="51316"/>
                    <a:pt x="74771" y="48697"/>
                  </a:cubicBezTo>
                  <a:cubicBezTo>
                    <a:pt x="78105" y="46077"/>
                    <a:pt x="81994" y="44768"/>
                    <a:pt x="86439" y="44768"/>
                  </a:cubicBezTo>
                  <a:cubicBezTo>
                    <a:pt x="90726" y="44768"/>
                    <a:pt x="94298" y="45918"/>
                    <a:pt x="97155" y="48220"/>
                  </a:cubicBezTo>
                  <a:cubicBezTo>
                    <a:pt x="100013" y="50522"/>
                    <a:pt x="101441" y="53578"/>
                    <a:pt x="101441" y="57388"/>
                  </a:cubicBezTo>
                  <a:cubicBezTo>
                    <a:pt x="101441" y="60087"/>
                    <a:pt x="100568" y="62944"/>
                    <a:pt x="98822" y="65961"/>
                  </a:cubicBezTo>
                  <a:cubicBezTo>
                    <a:pt x="97076" y="68977"/>
                    <a:pt x="94139" y="72311"/>
                    <a:pt x="90011" y="75962"/>
                  </a:cubicBezTo>
                  <a:cubicBezTo>
                    <a:pt x="87313" y="78184"/>
                    <a:pt x="85130" y="80367"/>
                    <a:pt x="83463" y="82510"/>
                  </a:cubicBezTo>
                  <a:cubicBezTo>
                    <a:pt x="81796" y="84653"/>
                    <a:pt x="80407" y="86916"/>
                    <a:pt x="79296" y="89297"/>
                  </a:cubicBezTo>
                  <a:cubicBezTo>
                    <a:pt x="78184" y="91678"/>
                    <a:pt x="77391" y="94178"/>
                    <a:pt x="76914" y="96798"/>
                  </a:cubicBezTo>
                  <a:cubicBezTo>
                    <a:pt x="76438" y="99417"/>
                    <a:pt x="76200" y="102553"/>
                    <a:pt x="76200" y="106204"/>
                  </a:cubicBezTo>
                  <a:close/>
                </a:path>
              </a:pathLst>
            </a:custGeom>
            <a:solidFill>
              <a:schemeClr val="tx1"/>
            </a:solidFill>
            <a:ln w="2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0" name="Gráfico 78">
              <a:extLst>
                <a:ext uri="{FF2B5EF4-FFF2-40B4-BE49-F238E27FC236}">
                  <a16:creationId xmlns:a16="http://schemas.microsoft.com/office/drawing/2014/main" id="{29F4F01E-59F7-4939-9D2E-D0ECBEBC062A}"/>
                </a:ext>
              </a:extLst>
            </p:cNvPr>
            <p:cNvSpPr/>
            <p:nvPr/>
          </p:nvSpPr>
          <p:spPr>
            <a:xfrm>
              <a:off x="9629483" y="5087443"/>
              <a:ext cx="190500" cy="190500"/>
            </a:xfrm>
            <a:custGeom>
              <a:avLst/>
              <a:gdLst>
                <a:gd name="connsiteX0" fmla="*/ 57150 w 190500"/>
                <a:gd name="connsiteY0" fmla="*/ 85725 h 190500"/>
                <a:gd name="connsiteX1" fmla="*/ 63937 w 190500"/>
                <a:gd name="connsiteY1" fmla="*/ 82987 h 190500"/>
                <a:gd name="connsiteX2" fmla="*/ 66675 w 190500"/>
                <a:gd name="connsiteY2" fmla="*/ 76200 h 190500"/>
                <a:gd name="connsiteX3" fmla="*/ 63937 w 190500"/>
                <a:gd name="connsiteY3" fmla="*/ 69413 h 190500"/>
                <a:gd name="connsiteX4" fmla="*/ 57150 w 190500"/>
                <a:gd name="connsiteY4" fmla="*/ 66675 h 190500"/>
                <a:gd name="connsiteX5" fmla="*/ 50363 w 190500"/>
                <a:gd name="connsiteY5" fmla="*/ 69413 h 190500"/>
                <a:gd name="connsiteX6" fmla="*/ 47625 w 190500"/>
                <a:gd name="connsiteY6" fmla="*/ 76200 h 190500"/>
                <a:gd name="connsiteX7" fmla="*/ 50363 w 190500"/>
                <a:gd name="connsiteY7" fmla="*/ 82987 h 190500"/>
                <a:gd name="connsiteX8" fmla="*/ 57150 w 190500"/>
                <a:gd name="connsiteY8" fmla="*/ 85725 h 190500"/>
                <a:gd name="connsiteX9" fmla="*/ 95250 w 190500"/>
                <a:gd name="connsiteY9" fmla="*/ 85725 h 190500"/>
                <a:gd name="connsiteX10" fmla="*/ 102037 w 190500"/>
                <a:gd name="connsiteY10" fmla="*/ 82987 h 190500"/>
                <a:gd name="connsiteX11" fmla="*/ 104775 w 190500"/>
                <a:gd name="connsiteY11" fmla="*/ 76200 h 190500"/>
                <a:gd name="connsiteX12" fmla="*/ 102037 w 190500"/>
                <a:gd name="connsiteY12" fmla="*/ 69413 h 190500"/>
                <a:gd name="connsiteX13" fmla="*/ 95250 w 190500"/>
                <a:gd name="connsiteY13" fmla="*/ 66675 h 190500"/>
                <a:gd name="connsiteX14" fmla="*/ 88463 w 190500"/>
                <a:gd name="connsiteY14" fmla="*/ 69413 h 190500"/>
                <a:gd name="connsiteX15" fmla="*/ 85725 w 190500"/>
                <a:gd name="connsiteY15" fmla="*/ 76200 h 190500"/>
                <a:gd name="connsiteX16" fmla="*/ 88463 w 190500"/>
                <a:gd name="connsiteY16" fmla="*/ 82987 h 190500"/>
                <a:gd name="connsiteX17" fmla="*/ 95250 w 190500"/>
                <a:gd name="connsiteY17" fmla="*/ 85725 h 190500"/>
                <a:gd name="connsiteX18" fmla="*/ 133350 w 190500"/>
                <a:gd name="connsiteY18" fmla="*/ 85725 h 190500"/>
                <a:gd name="connsiteX19" fmla="*/ 140137 w 190500"/>
                <a:gd name="connsiteY19" fmla="*/ 82987 h 190500"/>
                <a:gd name="connsiteX20" fmla="*/ 142875 w 190500"/>
                <a:gd name="connsiteY20" fmla="*/ 76200 h 190500"/>
                <a:gd name="connsiteX21" fmla="*/ 140137 w 190500"/>
                <a:gd name="connsiteY21" fmla="*/ 69413 h 190500"/>
                <a:gd name="connsiteX22" fmla="*/ 133350 w 190500"/>
                <a:gd name="connsiteY22" fmla="*/ 66675 h 190500"/>
                <a:gd name="connsiteX23" fmla="*/ 126563 w 190500"/>
                <a:gd name="connsiteY23" fmla="*/ 69413 h 190500"/>
                <a:gd name="connsiteX24" fmla="*/ 123825 w 190500"/>
                <a:gd name="connsiteY24" fmla="*/ 76200 h 190500"/>
                <a:gd name="connsiteX25" fmla="*/ 126563 w 190500"/>
                <a:gd name="connsiteY25" fmla="*/ 82987 h 190500"/>
                <a:gd name="connsiteX26" fmla="*/ 133350 w 190500"/>
                <a:gd name="connsiteY26" fmla="*/ 85725 h 190500"/>
                <a:gd name="connsiteX27" fmla="*/ 0 w 190500"/>
                <a:gd name="connsiteY27" fmla="*/ 190500 h 190500"/>
                <a:gd name="connsiteX28" fmla="*/ 0 w 190500"/>
                <a:gd name="connsiteY28" fmla="*/ 19050 h 190500"/>
                <a:gd name="connsiteX29" fmla="*/ 5596 w 190500"/>
                <a:gd name="connsiteY29" fmla="*/ 5596 h 190500"/>
                <a:gd name="connsiteX30" fmla="*/ 19050 w 190500"/>
                <a:gd name="connsiteY30" fmla="*/ 0 h 190500"/>
                <a:gd name="connsiteX31" fmla="*/ 171450 w 190500"/>
                <a:gd name="connsiteY31" fmla="*/ 0 h 190500"/>
                <a:gd name="connsiteX32" fmla="*/ 184904 w 190500"/>
                <a:gd name="connsiteY32" fmla="*/ 5596 h 190500"/>
                <a:gd name="connsiteX33" fmla="*/ 190500 w 190500"/>
                <a:gd name="connsiteY33" fmla="*/ 19050 h 190500"/>
                <a:gd name="connsiteX34" fmla="*/ 190500 w 190500"/>
                <a:gd name="connsiteY34" fmla="*/ 133350 h 190500"/>
                <a:gd name="connsiteX35" fmla="*/ 184904 w 190500"/>
                <a:gd name="connsiteY35" fmla="*/ 146804 h 190500"/>
                <a:gd name="connsiteX36" fmla="*/ 171450 w 190500"/>
                <a:gd name="connsiteY36" fmla="*/ 152400 h 190500"/>
                <a:gd name="connsiteX37" fmla="*/ 38100 w 190500"/>
                <a:gd name="connsiteY37" fmla="*/ 152400 h 190500"/>
                <a:gd name="connsiteX38" fmla="*/ 0 w 190500"/>
                <a:gd name="connsiteY38" fmla="*/ 190500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90500" h="190500">
                  <a:moveTo>
                    <a:pt x="57150" y="85725"/>
                  </a:moveTo>
                  <a:cubicBezTo>
                    <a:pt x="59849" y="85725"/>
                    <a:pt x="62111" y="84812"/>
                    <a:pt x="63937" y="82987"/>
                  </a:cubicBezTo>
                  <a:cubicBezTo>
                    <a:pt x="65762" y="81161"/>
                    <a:pt x="66675" y="78899"/>
                    <a:pt x="66675" y="76200"/>
                  </a:cubicBezTo>
                  <a:cubicBezTo>
                    <a:pt x="66675" y="73501"/>
                    <a:pt x="65762" y="71239"/>
                    <a:pt x="63937" y="69413"/>
                  </a:cubicBezTo>
                  <a:cubicBezTo>
                    <a:pt x="62111" y="67588"/>
                    <a:pt x="59849" y="66675"/>
                    <a:pt x="57150" y="66675"/>
                  </a:cubicBezTo>
                  <a:cubicBezTo>
                    <a:pt x="54451" y="66675"/>
                    <a:pt x="52189" y="67588"/>
                    <a:pt x="50363" y="69413"/>
                  </a:cubicBezTo>
                  <a:cubicBezTo>
                    <a:pt x="48538" y="71239"/>
                    <a:pt x="47625" y="73501"/>
                    <a:pt x="47625" y="76200"/>
                  </a:cubicBezTo>
                  <a:cubicBezTo>
                    <a:pt x="47625" y="78899"/>
                    <a:pt x="48538" y="81161"/>
                    <a:pt x="50363" y="82987"/>
                  </a:cubicBezTo>
                  <a:cubicBezTo>
                    <a:pt x="52189" y="84812"/>
                    <a:pt x="54451" y="85725"/>
                    <a:pt x="57150" y="85725"/>
                  </a:cubicBezTo>
                  <a:close/>
                  <a:moveTo>
                    <a:pt x="95250" y="85725"/>
                  </a:moveTo>
                  <a:cubicBezTo>
                    <a:pt x="97949" y="85725"/>
                    <a:pt x="100211" y="84812"/>
                    <a:pt x="102037" y="82987"/>
                  </a:cubicBezTo>
                  <a:cubicBezTo>
                    <a:pt x="103862" y="81161"/>
                    <a:pt x="104775" y="78899"/>
                    <a:pt x="104775" y="76200"/>
                  </a:cubicBezTo>
                  <a:cubicBezTo>
                    <a:pt x="104775" y="73501"/>
                    <a:pt x="103862" y="71239"/>
                    <a:pt x="102037" y="69413"/>
                  </a:cubicBezTo>
                  <a:cubicBezTo>
                    <a:pt x="100211" y="67588"/>
                    <a:pt x="97949" y="66675"/>
                    <a:pt x="95250" y="66675"/>
                  </a:cubicBezTo>
                  <a:cubicBezTo>
                    <a:pt x="92551" y="66675"/>
                    <a:pt x="90289" y="67588"/>
                    <a:pt x="88463" y="69413"/>
                  </a:cubicBezTo>
                  <a:cubicBezTo>
                    <a:pt x="86638" y="71239"/>
                    <a:pt x="85725" y="73501"/>
                    <a:pt x="85725" y="76200"/>
                  </a:cubicBezTo>
                  <a:cubicBezTo>
                    <a:pt x="85725" y="78899"/>
                    <a:pt x="86638" y="81161"/>
                    <a:pt x="88463" y="82987"/>
                  </a:cubicBezTo>
                  <a:cubicBezTo>
                    <a:pt x="90289" y="84812"/>
                    <a:pt x="92551" y="85725"/>
                    <a:pt x="95250" y="85725"/>
                  </a:cubicBezTo>
                  <a:close/>
                  <a:moveTo>
                    <a:pt x="133350" y="85725"/>
                  </a:moveTo>
                  <a:cubicBezTo>
                    <a:pt x="136049" y="85725"/>
                    <a:pt x="138311" y="84812"/>
                    <a:pt x="140137" y="82987"/>
                  </a:cubicBezTo>
                  <a:cubicBezTo>
                    <a:pt x="141962" y="81161"/>
                    <a:pt x="142875" y="78899"/>
                    <a:pt x="142875" y="76200"/>
                  </a:cubicBezTo>
                  <a:cubicBezTo>
                    <a:pt x="142875" y="73501"/>
                    <a:pt x="141962" y="71239"/>
                    <a:pt x="140137" y="69413"/>
                  </a:cubicBezTo>
                  <a:cubicBezTo>
                    <a:pt x="138311" y="67588"/>
                    <a:pt x="136049" y="66675"/>
                    <a:pt x="133350" y="66675"/>
                  </a:cubicBezTo>
                  <a:cubicBezTo>
                    <a:pt x="130651" y="66675"/>
                    <a:pt x="128389" y="67588"/>
                    <a:pt x="126563" y="69413"/>
                  </a:cubicBezTo>
                  <a:cubicBezTo>
                    <a:pt x="124738" y="71239"/>
                    <a:pt x="123825" y="73501"/>
                    <a:pt x="123825" y="76200"/>
                  </a:cubicBezTo>
                  <a:cubicBezTo>
                    <a:pt x="123825" y="78899"/>
                    <a:pt x="124738" y="81161"/>
                    <a:pt x="126563" y="82987"/>
                  </a:cubicBezTo>
                  <a:cubicBezTo>
                    <a:pt x="128389" y="84812"/>
                    <a:pt x="130651" y="85725"/>
                    <a:pt x="133350" y="85725"/>
                  </a:cubicBezTo>
                  <a:close/>
                  <a:moveTo>
                    <a:pt x="0" y="190500"/>
                  </a:moveTo>
                  <a:lnTo>
                    <a:pt x="0" y="19050"/>
                  </a:lnTo>
                  <a:cubicBezTo>
                    <a:pt x="0" y="13811"/>
                    <a:pt x="1865" y="9327"/>
                    <a:pt x="5596" y="5596"/>
                  </a:cubicBezTo>
                  <a:cubicBezTo>
                    <a:pt x="9327" y="1865"/>
                    <a:pt x="13811" y="0"/>
                    <a:pt x="19050" y="0"/>
                  </a:cubicBezTo>
                  <a:lnTo>
                    <a:pt x="171450" y="0"/>
                  </a:lnTo>
                  <a:cubicBezTo>
                    <a:pt x="176689" y="0"/>
                    <a:pt x="181173" y="1865"/>
                    <a:pt x="184904" y="5596"/>
                  </a:cubicBezTo>
                  <a:cubicBezTo>
                    <a:pt x="188635" y="9327"/>
                    <a:pt x="190500" y="13811"/>
                    <a:pt x="190500" y="19050"/>
                  </a:cubicBezTo>
                  <a:lnTo>
                    <a:pt x="190500" y="133350"/>
                  </a:lnTo>
                  <a:cubicBezTo>
                    <a:pt x="190500" y="138589"/>
                    <a:pt x="188635" y="143073"/>
                    <a:pt x="184904" y="146804"/>
                  </a:cubicBezTo>
                  <a:cubicBezTo>
                    <a:pt x="181173" y="150535"/>
                    <a:pt x="176689" y="152400"/>
                    <a:pt x="171450" y="152400"/>
                  </a:cubicBezTo>
                  <a:lnTo>
                    <a:pt x="38100" y="15240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chemeClr val="tx1"/>
            </a:solidFill>
            <a:ln w="2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7" name="Gráfico 82">
              <a:extLst>
                <a:ext uri="{FF2B5EF4-FFF2-40B4-BE49-F238E27FC236}">
                  <a16:creationId xmlns:a16="http://schemas.microsoft.com/office/drawing/2014/main" id="{4A0CEE69-2981-4F19-A9C4-90E11D38725D}"/>
                </a:ext>
              </a:extLst>
            </p:cNvPr>
            <p:cNvSpPr/>
            <p:nvPr/>
          </p:nvSpPr>
          <p:spPr>
            <a:xfrm>
              <a:off x="9639008" y="4199351"/>
              <a:ext cx="171450" cy="171450"/>
            </a:xfrm>
            <a:custGeom>
              <a:avLst/>
              <a:gdLst>
                <a:gd name="connsiteX0" fmla="*/ 38100 w 171450"/>
                <a:gd name="connsiteY0" fmla="*/ 133350 h 171450"/>
                <a:gd name="connsiteX1" fmla="*/ 57150 w 171450"/>
                <a:gd name="connsiteY1" fmla="*/ 133350 h 171450"/>
                <a:gd name="connsiteX2" fmla="*/ 57150 w 171450"/>
                <a:gd name="connsiteY2" fmla="*/ 66675 h 171450"/>
                <a:gd name="connsiteX3" fmla="*/ 38100 w 171450"/>
                <a:gd name="connsiteY3" fmla="*/ 66675 h 171450"/>
                <a:gd name="connsiteX4" fmla="*/ 38100 w 171450"/>
                <a:gd name="connsiteY4" fmla="*/ 133350 h 171450"/>
                <a:gd name="connsiteX5" fmla="*/ 76200 w 171450"/>
                <a:gd name="connsiteY5" fmla="*/ 133350 h 171450"/>
                <a:gd name="connsiteX6" fmla="*/ 95250 w 171450"/>
                <a:gd name="connsiteY6" fmla="*/ 133350 h 171450"/>
                <a:gd name="connsiteX7" fmla="*/ 95250 w 171450"/>
                <a:gd name="connsiteY7" fmla="*/ 38100 h 171450"/>
                <a:gd name="connsiteX8" fmla="*/ 76200 w 171450"/>
                <a:gd name="connsiteY8" fmla="*/ 38100 h 171450"/>
                <a:gd name="connsiteX9" fmla="*/ 76200 w 171450"/>
                <a:gd name="connsiteY9" fmla="*/ 133350 h 171450"/>
                <a:gd name="connsiteX10" fmla="*/ 114300 w 171450"/>
                <a:gd name="connsiteY10" fmla="*/ 133350 h 171450"/>
                <a:gd name="connsiteX11" fmla="*/ 133350 w 171450"/>
                <a:gd name="connsiteY11" fmla="*/ 133350 h 171450"/>
                <a:gd name="connsiteX12" fmla="*/ 133350 w 171450"/>
                <a:gd name="connsiteY12" fmla="*/ 95250 h 171450"/>
                <a:gd name="connsiteX13" fmla="*/ 114300 w 171450"/>
                <a:gd name="connsiteY13" fmla="*/ 95250 h 171450"/>
                <a:gd name="connsiteX14" fmla="*/ 114300 w 171450"/>
                <a:gd name="connsiteY14" fmla="*/ 133350 h 171450"/>
                <a:gd name="connsiteX15" fmla="*/ 133350 w 171450"/>
                <a:gd name="connsiteY15" fmla="*/ 57150 h 171450"/>
                <a:gd name="connsiteX16" fmla="*/ 133350 w 171450"/>
                <a:gd name="connsiteY16" fmla="*/ 38100 h 171450"/>
                <a:gd name="connsiteX17" fmla="*/ 114300 w 171450"/>
                <a:gd name="connsiteY17" fmla="*/ 38100 h 171450"/>
                <a:gd name="connsiteX18" fmla="*/ 114300 w 171450"/>
                <a:gd name="connsiteY18" fmla="*/ 19050 h 171450"/>
                <a:gd name="connsiteX19" fmla="*/ 133350 w 171450"/>
                <a:gd name="connsiteY19" fmla="*/ 19050 h 171450"/>
                <a:gd name="connsiteX20" fmla="*/ 133350 w 171450"/>
                <a:gd name="connsiteY20" fmla="*/ 0 h 171450"/>
                <a:gd name="connsiteX21" fmla="*/ 152400 w 171450"/>
                <a:gd name="connsiteY21" fmla="*/ 0 h 171450"/>
                <a:gd name="connsiteX22" fmla="*/ 152400 w 171450"/>
                <a:gd name="connsiteY22" fmla="*/ 19050 h 171450"/>
                <a:gd name="connsiteX23" fmla="*/ 171450 w 171450"/>
                <a:gd name="connsiteY23" fmla="*/ 19050 h 171450"/>
                <a:gd name="connsiteX24" fmla="*/ 171450 w 171450"/>
                <a:gd name="connsiteY24" fmla="*/ 38100 h 171450"/>
                <a:gd name="connsiteX25" fmla="*/ 152400 w 171450"/>
                <a:gd name="connsiteY25" fmla="*/ 38100 h 171450"/>
                <a:gd name="connsiteX26" fmla="*/ 152400 w 171450"/>
                <a:gd name="connsiteY26" fmla="*/ 57150 h 171450"/>
                <a:gd name="connsiteX27" fmla="*/ 133350 w 171450"/>
                <a:gd name="connsiteY27" fmla="*/ 57150 h 171450"/>
                <a:gd name="connsiteX28" fmla="*/ 19050 w 171450"/>
                <a:gd name="connsiteY28" fmla="*/ 171450 h 171450"/>
                <a:gd name="connsiteX29" fmla="*/ 5596 w 171450"/>
                <a:gd name="connsiteY29" fmla="*/ 165854 h 171450"/>
                <a:gd name="connsiteX30" fmla="*/ 0 w 171450"/>
                <a:gd name="connsiteY30" fmla="*/ 152400 h 171450"/>
                <a:gd name="connsiteX31" fmla="*/ 0 w 171450"/>
                <a:gd name="connsiteY31" fmla="*/ 19050 h 171450"/>
                <a:gd name="connsiteX32" fmla="*/ 5596 w 171450"/>
                <a:gd name="connsiteY32" fmla="*/ 5596 h 171450"/>
                <a:gd name="connsiteX33" fmla="*/ 19050 w 171450"/>
                <a:gd name="connsiteY33" fmla="*/ 0 h 171450"/>
                <a:gd name="connsiteX34" fmla="*/ 104775 w 171450"/>
                <a:gd name="connsiteY34" fmla="*/ 0 h 171450"/>
                <a:gd name="connsiteX35" fmla="*/ 104775 w 171450"/>
                <a:gd name="connsiteY35" fmla="*/ 47625 h 171450"/>
                <a:gd name="connsiteX36" fmla="*/ 110371 w 171450"/>
                <a:gd name="connsiteY36" fmla="*/ 61079 h 171450"/>
                <a:gd name="connsiteX37" fmla="*/ 123825 w 171450"/>
                <a:gd name="connsiteY37" fmla="*/ 66675 h 171450"/>
                <a:gd name="connsiteX38" fmla="*/ 171450 w 171450"/>
                <a:gd name="connsiteY38" fmla="*/ 66675 h 171450"/>
                <a:gd name="connsiteX39" fmla="*/ 171450 w 171450"/>
                <a:gd name="connsiteY39" fmla="*/ 152400 h 171450"/>
                <a:gd name="connsiteX40" fmla="*/ 165854 w 171450"/>
                <a:gd name="connsiteY40" fmla="*/ 165854 h 171450"/>
                <a:gd name="connsiteX41" fmla="*/ 152400 w 171450"/>
                <a:gd name="connsiteY41" fmla="*/ 171450 h 171450"/>
                <a:gd name="connsiteX42" fmla="*/ 19050 w 171450"/>
                <a:gd name="connsiteY42" fmla="*/ 17145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71450" h="171450">
                  <a:moveTo>
                    <a:pt x="38100" y="133350"/>
                  </a:moveTo>
                  <a:lnTo>
                    <a:pt x="57150" y="133350"/>
                  </a:lnTo>
                  <a:lnTo>
                    <a:pt x="57150" y="66675"/>
                  </a:lnTo>
                  <a:lnTo>
                    <a:pt x="38100" y="66675"/>
                  </a:lnTo>
                  <a:lnTo>
                    <a:pt x="38100" y="133350"/>
                  </a:lnTo>
                  <a:close/>
                  <a:moveTo>
                    <a:pt x="76200" y="133350"/>
                  </a:moveTo>
                  <a:lnTo>
                    <a:pt x="95250" y="133350"/>
                  </a:lnTo>
                  <a:lnTo>
                    <a:pt x="95250" y="38100"/>
                  </a:lnTo>
                  <a:lnTo>
                    <a:pt x="76200" y="38100"/>
                  </a:lnTo>
                  <a:lnTo>
                    <a:pt x="76200" y="133350"/>
                  </a:lnTo>
                  <a:close/>
                  <a:moveTo>
                    <a:pt x="114300" y="133350"/>
                  </a:moveTo>
                  <a:lnTo>
                    <a:pt x="133350" y="133350"/>
                  </a:lnTo>
                  <a:lnTo>
                    <a:pt x="133350" y="95250"/>
                  </a:lnTo>
                  <a:lnTo>
                    <a:pt x="114300" y="95250"/>
                  </a:lnTo>
                  <a:lnTo>
                    <a:pt x="114300" y="133350"/>
                  </a:lnTo>
                  <a:close/>
                  <a:moveTo>
                    <a:pt x="133350" y="57150"/>
                  </a:moveTo>
                  <a:lnTo>
                    <a:pt x="133350" y="38100"/>
                  </a:lnTo>
                  <a:lnTo>
                    <a:pt x="114300" y="38100"/>
                  </a:lnTo>
                  <a:lnTo>
                    <a:pt x="114300" y="19050"/>
                  </a:lnTo>
                  <a:lnTo>
                    <a:pt x="133350" y="19050"/>
                  </a:lnTo>
                  <a:lnTo>
                    <a:pt x="133350" y="0"/>
                  </a:lnTo>
                  <a:lnTo>
                    <a:pt x="152400" y="0"/>
                  </a:lnTo>
                  <a:lnTo>
                    <a:pt x="152400" y="19050"/>
                  </a:lnTo>
                  <a:lnTo>
                    <a:pt x="171450" y="19050"/>
                  </a:lnTo>
                  <a:lnTo>
                    <a:pt x="171450" y="38100"/>
                  </a:lnTo>
                  <a:lnTo>
                    <a:pt x="152400" y="38100"/>
                  </a:lnTo>
                  <a:lnTo>
                    <a:pt x="152400" y="57150"/>
                  </a:lnTo>
                  <a:lnTo>
                    <a:pt x="133350" y="57150"/>
                  </a:lnTo>
                  <a:close/>
                  <a:moveTo>
                    <a:pt x="19050" y="171450"/>
                  </a:moveTo>
                  <a:cubicBezTo>
                    <a:pt x="13811" y="171450"/>
                    <a:pt x="9327" y="169585"/>
                    <a:pt x="5596" y="165854"/>
                  </a:cubicBezTo>
                  <a:cubicBezTo>
                    <a:pt x="1865" y="162123"/>
                    <a:pt x="0" y="157639"/>
                    <a:pt x="0" y="152400"/>
                  </a:cubicBezTo>
                  <a:lnTo>
                    <a:pt x="0" y="19050"/>
                  </a:lnTo>
                  <a:cubicBezTo>
                    <a:pt x="0" y="13811"/>
                    <a:pt x="1865" y="9327"/>
                    <a:pt x="5596" y="5596"/>
                  </a:cubicBezTo>
                  <a:cubicBezTo>
                    <a:pt x="9327" y="1865"/>
                    <a:pt x="13811" y="0"/>
                    <a:pt x="19050" y="0"/>
                  </a:cubicBezTo>
                  <a:lnTo>
                    <a:pt x="104775" y="0"/>
                  </a:lnTo>
                  <a:lnTo>
                    <a:pt x="104775" y="47625"/>
                  </a:lnTo>
                  <a:cubicBezTo>
                    <a:pt x="104775" y="52864"/>
                    <a:pt x="106640" y="57348"/>
                    <a:pt x="110371" y="61079"/>
                  </a:cubicBezTo>
                  <a:cubicBezTo>
                    <a:pt x="114102" y="64810"/>
                    <a:pt x="118586" y="66675"/>
                    <a:pt x="123825" y="66675"/>
                  </a:cubicBezTo>
                  <a:lnTo>
                    <a:pt x="171450" y="66675"/>
                  </a:lnTo>
                  <a:lnTo>
                    <a:pt x="171450" y="152400"/>
                  </a:lnTo>
                  <a:cubicBezTo>
                    <a:pt x="171450" y="157639"/>
                    <a:pt x="169585" y="162123"/>
                    <a:pt x="165854" y="165854"/>
                  </a:cubicBezTo>
                  <a:cubicBezTo>
                    <a:pt x="162123" y="169585"/>
                    <a:pt x="157639" y="171450"/>
                    <a:pt x="152400" y="171450"/>
                  </a:cubicBezTo>
                  <a:lnTo>
                    <a:pt x="19050" y="171450"/>
                  </a:lnTo>
                  <a:close/>
                </a:path>
              </a:pathLst>
            </a:custGeom>
            <a:solidFill>
              <a:schemeClr val="tx1"/>
            </a:solidFill>
            <a:ln w="2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6" name="Gráfico 84">
              <a:extLst>
                <a:ext uri="{FF2B5EF4-FFF2-40B4-BE49-F238E27FC236}">
                  <a16:creationId xmlns:a16="http://schemas.microsoft.com/office/drawing/2014/main" id="{452B3ABB-386A-4A2C-ADFB-52D6BA07B211}"/>
                </a:ext>
              </a:extLst>
            </p:cNvPr>
            <p:cNvSpPr/>
            <p:nvPr/>
          </p:nvSpPr>
          <p:spPr>
            <a:xfrm>
              <a:off x="10638348" y="4180301"/>
              <a:ext cx="190500" cy="209550"/>
            </a:xfrm>
            <a:custGeom>
              <a:avLst/>
              <a:gdLst>
                <a:gd name="connsiteX0" fmla="*/ 19050 w 190500"/>
                <a:gd name="connsiteY0" fmla="*/ 209550 h 209550"/>
                <a:gd name="connsiteX1" fmla="*/ 19050 w 190500"/>
                <a:gd name="connsiteY1" fmla="*/ 190500 h 209550"/>
                <a:gd name="connsiteX2" fmla="*/ 171450 w 190500"/>
                <a:gd name="connsiteY2" fmla="*/ 190500 h 209550"/>
                <a:gd name="connsiteX3" fmla="*/ 171450 w 190500"/>
                <a:gd name="connsiteY3" fmla="*/ 209550 h 209550"/>
                <a:gd name="connsiteX4" fmla="*/ 19050 w 190500"/>
                <a:gd name="connsiteY4" fmla="*/ 209550 h 209550"/>
                <a:gd name="connsiteX5" fmla="*/ 19050 w 190500"/>
                <a:gd name="connsiteY5" fmla="*/ 19050 h 209550"/>
                <a:gd name="connsiteX6" fmla="*/ 19050 w 190500"/>
                <a:gd name="connsiteY6" fmla="*/ 0 h 209550"/>
                <a:gd name="connsiteX7" fmla="*/ 171450 w 190500"/>
                <a:gd name="connsiteY7" fmla="*/ 0 h 209550"/>
                <a:gd name="connsiteX8" fmla="*/ 171450 w 190500"/>
                <a:gd name="connsiteY8" fmla="*/ 19050 h 209550"/>
                <a:gd name="connsiteX9" fmla="*/ 19050 w 190500"/>
                <a:gd name="connsiteY9" fmla="*/ 19050 h 209550"/>
                <a:gd name="connsiteX10" fmla="*/ 95250 w 190500"/>
                <a:gd name="connsiteY10" fmla="*/ 114300 h 209550"/>
                <a:gd name="connsiteX11" fmla="*/ 115491 w 190500"/>
                <a:gd name="connsiteY11" fmla="*/ 105966 h 209550"/>
                <a:gd name="connsiteX12" fmla="*/ 123825 w 190500"/>
                <a:gd name="connsiteY12" fmla="*/ 85725 h 209550"/>
                <a:gd name="connsiteX13" fmla="*/ 115491 w 190500"/>
                <a:gd name="connsiteY13" fmla="*/ 65484 h 209550"/>
                <a:gd name="connsiteX14" fmla="*/ 95250 w 190500"/>
                <a:gd name="connsiteY14" fmla="*/ 57150 h 209550"/>
                <a:gd name="connsiteX15" fmla="*/ 75009 w 190500"/>
                <a:gd name="connsiteY15" fmla="*/ 65484 h 209550"/>
                <a:gd name="connsiteX16" fmla="*/ 66675 w 190500"/>
                <a:gd name="connsiteY16" fmla="*/ 85725 h 209550"/>
                <a:gd name="connsiteX17" fmla="*/ 75009 w 190500"/>
                <a:gd name="connsiteY17" fmla="*/ 105966 h 209550"/>
                <a:gd name="connsiteX18" fmla="*/ 95250 w 190500"/>
                <a:gd name="connsiteY18" fmla="*/ 114300 h 209550"/>
                <a:gd name="connsiteX19" fmla="*/ 19050 w 190500"/>
                <a:gd name="connsiteY19" fmla="*/ 180975 h 209550"/>
                <a:gd name="connsiteX20" fmla="*/ 5596 w 190500"/>
                <a:gd name="connsiteY20" fmla="*/ 175379 h 209550"/>
                <a:gd name="connsiteX21" fmla="*/ 0 w 190500"/>
                <a:gd name="connsiteY21" fmla="*/ 161925 h 209550"/>
                <a:gd name="connsiteX22" fmla="*/ 0 w 190500"/>
                <a:gd name="connsiteY22" fmla="*/ 47625 h 209550"/>
                <a:gd name="connsiteX23" fmla="*/ 5596 w 190500"/>
                <a:gd name="connsiteY23" fmla="*/ 34171 h 209550"/>
                <a:gd name="connsiteX24" fmla="*/ 19050 w 190500"/>
                <a:gd name="connsiteY24" fmla="*/ 28575 h 209550"/>
                <a:gd name="connsiteX25" fmla="*/ 171450 w 190500"/>
                <a:gd name="connsiteY25" fmla="*/ 28575 h 209550"/>
                <a:gd name="connsiteX26" fmla="*/ 184904 w 190500"/>
                <a:gd name="connsiteY26" fmla="*/ 34171 h 209550"/>
                <a:gd name="connsiteX27" fmla="*/ 190500 w 190500"/>
                <a:gd name="connsiteY27" fmla="*/ 47625 h 209550"/>
                <a:gd name="connsiteX28" fmla="*/ 190500 w 190500"/>
                <a:gd name="connsiteY28" fmla="*/ 161925 h 209550"/>
                <a:gd name="connsiteX29" fmla="*/ 184904 w 190500"/>
                <a:gd name="connsiteY29" fmla="*/ 175379 h 209550"/>
                <a:gd name="connsiteX30" fmla="*/ 171450 w 190500"/>
                <a:gd name="connsiteY30" fmla="*/ 180975 h 209550"/>
                <a:gd name="connsiteX31" fmla="*/ 19050 w 190500"/>
                <a:gd name="connsiteY31" fmla="*/ 180975 h 209550"/>
                <a:gd name="connsiteX32" fmla="*/ 35719 w 190500"/>
                <a:gd name="connsiteY32" fmla="*/ 161925 h 209550"/>
                <a:gd name="connsiteX33" fmla="*/ 154781 w 190500"/>
                <a:gd name="connsiteY33" fmla="*/ 161925 h 209550"/>
                <a:gd name="connsiteX34" fmla="*/ 128826 w 190500"/>
                <a:gd name="connsiteY34" fmla="*/ 140970 h 209550"/>
                <a:gd name="connsiteX35" fmla="*/ 95250 w 190500"/>
                <a:gd name="connsiteY35" fmla="*/ 133350 h 209550"/>
                <a:gd name="connsiteX36" fmla="*/ 61674 w 190500"/>
                <a:gd name="connsiteY36" fmla="*/ 140970 h 209550"/>
                <a:gd name="connsiteX37" fmla="*/ 35719 w 190500"/>
                <a:gd name="connsiteY37" fmla="*/ 16192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0500" h="209550">
                  <a:moveTo>
                    <a:pt x="19050" y="209550"/>
                  </a:moveTo>
                  <a:lnTo>
                    <a:pt x="19050" y="190500"/>
                  </a:lnTo>
                  <a:lnTo>
                    <a:pt x="171450" y="190500"/>
                  </a:lnTo>
                  <a:lnTo>
                    <a:pt x="171450" y="209550"/>
                  </a:lnTo>
                  <a:lnTo>
                    <a:pt x="19050" y="209550"/>
                  </a:lnTo>
                  <a:close/>
                  <a:moveTo>
                    <a:pt x="19050" y="19050"/>
                  </a:moveTo>
                  <a:lnTo>
                    <a:pt x="19050" y="0"/>
                  </a:lnTo>
                  <a:lnTo>
                    <a:pt x="171450" y="0"/>
                  </a:lnTo>
                  <a:lnTo>
                    <a:pt x="171450" y="19050"/>
                  </a:lnTo>
                  <a:lnTo>
                    <a:pt x="19050" y="19050"/>
                  </a:lnTo>
                  <a:close/>
                  <a:moveTo>
                    <a:pt x="95250" y="114300"/>
                  </a:moveTo>
                  <a:cubicBezTo>
                    <a:pt x="103187" y="114300"/>
                    <a:pt x="109934" y="111522"/>
                    <a:pt x="115491" y="105966"/>
                  </a:cubicBezTo>
                  <a:cubicBezTo>
                    <a:pt x="121047" y="100409"/>
                    <a:pt x="123825" y="93662"/>
                    <a:pt x="123825" y="85725"/>
                  </a:cubicBezTo>
                  <a:cubicBezTo>
                    <a:pt x="123825" y="77788"/>
                    <a:pt x="121047" y="71041"/>
                    <a:pt x="115491" y="65484"/>
                  </a:cubicBezTo>
                  <a:cubicBezTo>
                    <a:pt x="109934" y="59928"/>
                    <a:pt x="103187" y="57150"/>
                    <a:pt x="95250" y="57150"/>
                  </a:cubicBezTo>
                  <a:cubicBezTo>
                    <a:pt x="87313" y="57150"/>
                    <a:pt x="80566" y="59928"/>
                    <a:pt x="75009" y="65484"/>
                  </a:cubicBezTo>
                  <a:cubicBezTo>
                    <a:pt x="69453" y="71041"/>
                    <a:pt x="66675" y="77788"/>
                    <a:pt x="66675" y="85725"/>
                  </a:cubicBezTo>
                  <a:cubicBezTo>
                    <a:pt x="66675" y="93662"/>
                    <a:pt x="69453" y="100409"/>
                    <a:pt x="75009" y="105966"/>
                  </a:cubicBezTo>
                  <a:cubicBezTo>
                    <a:pt x="80566" y="111522"/>
                    <a:pt x="87313" y="114300"/>
                    <a:pt x="95250" y="114300"/>
                  </a:cubicBezTo>
                  <a:close/>
                  <a:moveTo>
                    <a:pt x="19050" y="180975"/>
                  </a:moveTo>
                  <a:cubicBezTo>
                    <a:pt x="13811" y="180975"/>
                    <a:pt x="9327" y="179110"/>
                    <a:pt x="5596" y="175379"/>
                  </a:cubicBezTo>
                  <a:cubicBezTo>
                    <a:pt x="1865" y="171648"/>
                    <a:pt x="0" y="167164"/>
                    <a:pt x="0" y="161925"/>
                  </a:cubicBezTo>
                  <a:lnTo>
                    <a:pt x="0" y="47625"/>
                  </a:lnTo>
                  <a:cubicBezTo>
                    <a:pt x="0" y="42386"/>
                    <a:pt x="1865" y="37902"/>
                    <a:pt x="5596" y="34171"/>
                  </a:cubicBezTo>
                  <a:cubicBezTo>
                    <a:pt x="9327" y="30440"/>
                    <a:pt x="13811" y="28575"/>
                    <a:pt x="19050" y="28575"/>
                  </a:cubicBezTo>
                  <a:lnTo>
                    <a:pt x="171450" y="28575"/>
                  </a:lnTo>
                  <a:cubicBezTo>
                    <a:pt x="176689" y="28575"/>
                    <a:pt x="181173" y="30440"/>
                    <a:pt x="184904" y="34171"/>
                  </a:cubicBezTo>
                  <a:cubicBezTo>
                    <a:pt x="188635" y="37902"/>
                    <a:pt x="190500" y="42386"/>
                    <a:pt x="190500" y="47625"/>
                  </a:cubicBezTo>
                  <a:lnTo>
                    <a:pt x="190500" y="161925"/>
                  </a:lnTo>
                  <a:cubicBezTo>
                    <a:pt x="190500" y="167164"/>
                    <a:pt x="188635" y="171648"/>
                    <a:pt x="184904" y="175379"/>
                  </a:cubicBezTo>
                  <a:cubicBezTo>
                    <a:pt x="181173" y="179110"/>
                    <a:pt x="176689" y="180975"/>
                    <a:pt x="171450" y="180975"/>
                  </a:cubicBezTo>
                  <a:lnTo>
                    <a:pt x="19050" y="180975"/>
                  </a:lnTo>
                  <a:close/>
                  <a:moveTo>
                    <a:pt x="35719" y="161925"/>
                  </a:moveTo>
                  <a:lnTo>
                    <a:pt x="154781" y="161925"/>
                  </a:lnTo>
                  <a:cubicBezTo>
                    <a:pt x="147638" y="153035"/>
                    <a:pt x="138986" y="146050"/>
                    <a:pt x="128826" y="140970"/>
                  </a:cubicBezTo>
                  <a:cubicBezTo>
                    <a:pt x="118666" y="135890"/>
                    <a:pt x="107474" y="133350"/>
                    <a:pt x="95250" y="133350"/>
                  </a:cubicBezTo>
                  <a:cubicBezTo>
                    <a:pt x="83026" y="133350"/>
                    <a:pt x="71834" y="135890"/>
                    <a:pt x="61674" y="140970"/>
                  </a:cubicBezTo>
                  <a:cubicBezTo>
                    <a:pt x="51514" y="146050"/>
                    <a:pt x="42863" y="153035"/>
                    <a:pt x="35719" y="161925"/>
                  </a:cubicBezTo>
                  <a:close/>
                </a:path>
              </a:pathLst>
            </a:custGeom>
            <a:solidFill>
              <a:schemeClr val="tx1"/>
            </a:solidFill>
            <a:ln w="2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8" name="Gráfico 88">
              <a:extLst>
                <a:ext uri="{FF2B5EF4-FFF2-40B4-BE49-F238E27FC236}">
                  <a16:creationId xmlns:a16="http://schemas.microsoft.com/office/drawing/2014/main" id="{0E98EAAA-5F83-4BFF-99BA-FF8C020E91F7}"/>
                </a:ext>
              </a:extLst>
            </p:cNvPr>
            <p:cNvSpPr/>
            <p:nvPr/>
          </p:nvSpPr>
          <p:spPr>
            <a:xfrm>
              <a:off x="10647873" y="5096968"/>
              <a:ext cx="171450" cy="171450"/>
            </a:xfrm>
            <a:custGeom>
              <a:avLst/>
              <a:gdLst>
                <a:gd name="connsiteX0" fmla="*/ 19050 w 171450"/>
                <a:gd name="connsiteY0" fmla="*/ 171450 h 171450"/>
                <a:gd name="connsiteX1" fmla="*/ 5596 w 171450"/>
                <a:gd name="connsiteY1" fmla="*/ 165854 h 171450"/>
                <a:gd name="connsiteX2" fmla="*/ 0 w 171450"/>
                <a:gd name="connsiteY2" fmla="*/ 152400 h 171450"/>
                <a:gd name="connsiteX3" fmla="*/ 0 w 171450"/>
                <a:gd name="connsiteY3" fmla="*/ 19050 h 171450"/>
                <a:gd name="connsiteX4" fmla="*/ 5596 w 171450"/>
                <a:gd name="connsiteY4" fmla="*/ 5596 h 171450"/>
                <a:gd name="connsiteX5" fmla="*/ 19050 w 171450"/>
                <a:gd name="connsiteY5" fmla="*/ 0 h 171450"/>
                <a:gd name="connsiteX6" fmla="*/ 152400 w 171450"/>
                <a:gd name="connsiteY6" fmla="*/ 0 h 171450"/>
                <a:gd name="connsiteX7" fmla="*/ 165854 w 171450"/>
                <a:gd name="connsiteY7" fmla="*/ 5596 h 171450"/>
                <a:gd name="connsiteX8" fmla="*/ 171450 w 171450"/>
                <a:gd name="connsiteY8" fmla="*/ 19050 h 171450"/>
                <a:gd name="connsiteX9" fmla="*/ 171450 w 171450"/>
                <a:gd name="connsiteY9" fmla="*/ 152400 h 171450"/>
                <a:gd name="connsiteX10" fmla="*/ 165854 w 171450"/>
                <a:gd name="connsiteY10" fmla="*/ 165854 h 171450"/>
                <a:gd name="connsiteX11" fmla="*/ 152400 w 171450"/>
                <a:gd name="connsiteY11" fmla="*/ 171450 h 171450"/>
                <a:gd name="connsiteX12" fmla="*/ 19050 w 171450"/>
                <a:gd name="connsiteY12" fmla="*/ 171450 h 171450"/>
                <a:gd name="connsiteX13" fmla="*/ 152400 w 171450"/>
                <a:gd name="connsiteY13" fmla="*/ 40481 h 171450"/>
                <a:gd name="connsiteX14" fmla="*/ 94774 w 171450"/>
                <a:gd name="connsiteY14" fmla="*/ 105251 h 171450"/>
                <a:gd name="connsiteX15" fmla="*/ 57150 w 171450"/>
                <a:gd name="connsiteY15" fmla="*/ 67628 h 171450"/>
                <a:gd name="connsiteX16" fmla="*/ 19050 w 171450"/>
                <a:gd name="connsiteY16" fmla="*/ 105728 h 171450"/>
                <a:gd name="connsiteX17" fmla="*/ 19050 w 171450"/>
                <a:gd name="connsiteY17" fmla="*/ 132874 h 171450"/>
                <a:gd name="connsiteX18" fmla="*/ 57150 w 171450"/>
                <a:gd name="connsiteY18" fmla="*/ 94774 h 171450"/>
                <a:gd name="connsiteX19" fmla="*/ 95726 w 171450"/>
                <a:gd name="connsiteY19" fmla="*/ 133350 h 171450"/>
                <a:gd name="connsiteX20" fmla="*/ 152400 w 171450"/>
                <a:gd name="connsiteY20" fmla="*/ 69056 h 171450"/>
                <a:gd name="connsiteX21" fmla="*/ 152400 w 171450"/>
                <a:gd name="connsiteY21" fmla="*/ 4048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1450" h="171450">
                  <a:moveTo>
                    <a:pt x="19050" y="171450"/>
                  </a:moveTo>
                  <a:cubicBezTo>
                    <a:pt x="13811" y="171450"/>
                    <a:pt x="9327" y="169585"/>
                    <a:pt x="5596" y="165854"/>
                  </a:cubicBezTo>
                  <a:cubicBezTo>
                    <a:pt x="1865" y="162123"/>
                    <a:pt x="0" y="157639"/>
                    <a:pt x="0" y="152400"/>
                  </a:cubicBezTo>
                  <a:lnTo>
                    <a:pt x="0" y="19050"/>
                  </a:lnTo>
                  <a:cubicBezTo>
                    <a:pt x="0" y="13811"/>
                    <a:pt x="1865" y="9327"/>
                    <a:pt x="5596" y="5596"/>
                  </a:cubicBezTo>
                  <a:cubicBezTo>
                    <a:pt x="9327" y="1865"/>
                    <a:pt x="13811" y="0"/>
                    <a:pt x="19050" y="0"/>
                  </a:cubicBezTo>
                  <a:lnTo>
                    <a:pt x="152400" y="0"/>
                  </a:lnTo>
                  <a:cubicBezTo>
                    <a:pt x="157639" y="0"/>
                    <a:pt x="162123" y="1865"/>
                    <a:pt x="165854" y="5596"/>
                  </a:cubicBezTo>
                  <a:cubicBezTo>
                    <a:pt x="169585" y="9327"/>
                    <a:pt x="171450" y="13811"/>
                    <a:pt x="171450" y="19050"/>
                  </a:cubicBezTo>
                  <a:lnTo>
                    <a:pt x="171450" y="152400"/>
                  </a:lnTo>
                  <a:cubicBezTo>
                    <a:pt x="171450" y="157639"/>
                    <a:pt x="169585" y="162123"/>
                    <a:pt x="165854" y="165854"/>
                  </a:cubicBezTo>
                  <a:cubicBezTo>
                    <a:pt x="162123" y="169585"/>
                    <a:pt x="157639" y="171450"/>
                    <a:pt x="152400" y="171450"/>
                  </a:cubicBezTo>
                  <a:lnTo>
                    <a:pt x="19050" y="171450"/>
                  </a:lnTo>
                  <a:close/>
                  <a:moveTo>
                    <a:pt x="152400" y="40481"/>
                  </a:moveTo>
                  <a:lnTo>
                    <a:pt x="94774" y="105251"/>
                  </a:lnTo>
                  <a:lnTo>
                    <a:pt x="57150" y="67628"/>
                  </a:lnTo>
                  <a:lnTo>
                    <a:pt x="19050" y="105728"/>
                  </a:lnTo>
                  <a:lnTo>
                    <a:pt x="19050" y="132874"/>
                  </a:lnTo>
                  <a:lnTo>
                    <a:pt x="57150" y="94774"/>
                  </a:lnTo>
                  <a:lnTo>
                    <a:pt x="95726" y="133350"/>
                  </a:lnTo>
                  <a:lnTo>
                    <a:pt x="152400" y="69056"/>
                  </a:lnTo>
                  <a:lnTo>
                    <a:pt x="152400" y="40481"/>
                  </a:lnTo>
                  <a:close/>
                </a:path>
              </a:pathLst>
            </a:custGeom>
            <a:solidFill>
              <a:schemeClr val="tx1"/>
            </a:solidFill>
            <a:ln w="2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pic>
          <p:nvPicPr>
            <p:cNvPr id="105" name="Gráfico 104">
              <a:extLst>
                <a:ext uri="{FF2B5EF4-FFF2-40B4-BE49-F238E27FC236}">
                  <a16:creationId xmlns:a16="http://schemas.microsoft.com/office/drawing/2014/main" id="{7EB43F4D-6AE7-4A69-BFE4-A4108BBC1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16733" y="5763614"/>
              <a:ext cx="216000" cy="223200"/>
            </a:xfrm>
            <a:prstGeom prst="rect">
              <a:avLst/>
            </a:prstGeom>
          </p:spPr>
        </p:pic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AC6900DA-687A-4A0C-8118-DA5D4FA848D1}"/>
              </a:ext>
            </a:extLst>
          </p:cNvPr>
          <p:cNvGrpSpPr/>
          <p:nvPr/>
        </p:nvGrpSpPr>
        <p:grpSpPr>
          <a:xfrm>
            <a:off x="10183609" y="1454494"/>
            <a:ext cx="864605" cy="2320034"/>
            <a:chOff x="10183609" y="1454494"/>
            <a:chExt cx="864605" cy="2320034"/>
          </a:xfrm>
        </p:grpSpPr>
        <p:cxnSp>
          <p:nvCxnSpPr>
            <p:cNvPr id="111" name="Conector: angular 110">
              <a:extLst>
                <a:ext uri="{FF2B5EF4-FFF2-40B4-BE49-F238E27FC236}">
                  <a16:creationId xmlns:a16="http://schemas.microsoft.com/office/drawing/2014/main" id="{6B109821-9D31-467F-A0B4-AA3BFB615D35}"/>
                </a:ext>
              </a:extLst>
            </p:cNvPr>
            <p:cNvCxnSpPr>
              <a:cxnSpLocks/>
              <a:stCxn id="32" idx="3"/>
              <a:endCxn id="40" idx="0"/>
            </p:cNvCxnSpPr>
            <p:nvPr/>
          </p:nvCxnSpPr>
          <p:spPr>
            <a:xfrm flipH="1">
              <a:off x="10211791" y="1486894"/>
              <a:ext cx="816310" cy="2263702"/>
            </a:xfrm>
            <a:prstGeom prst="bentConnector4">
              <a:avLst>
                <a:gd name="adj1" fmla="val -18991"/>
                <a:gd name="adj2" fmla="val 87090"/>
              </a:avLst>
            </a:prstGeom>
            <a:ln>
              <a:solidFill>
                <a:schemeClr val="accent6">
                  <a:lumMod val="40000"/>
                  <a:lumOff val="6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id="{6AD02780-5C8A-4A78-9D49-65CABE6E2F59}"/>
                </a:ext>
              </a:extLst>
            </p:cNvPr>
            <p:cNvSpPr/>
            <p:nvPr/>
          </p:nvSpPr>
          <p:spPr>
            <a:xfrm>
              <a:off x="10983414" y="1454494"/>
              <a:ext cx="64800" cy="648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9" name="Elipse 118">
              <a:extLst>
                <a:ext uri="{FF2B5EF4-FFF2-40B4-BE49-F238E27FC236}">
                  <a16:creationId xmlns:a16="http://schemas.microsoft.com/office/drawing/2014/main" id="{8D308323-34C2-4B1C-9438-945D2ABBC44F}"/>
                </a:ext>
              </a:extLst>
            </p:cNvPr>
            <p:cNvSpPr/>
            <p:nvPr/>
          </p:nvSpPr>
          <p:spPr>
            <a:xfrm>
              <a:off x="10183609" y="3709728"/>
              <a:ext cx="64800" cy="648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3D0A7D0B-A29F-476F-B851-B9965E8306D6}"/>
              </a:ext>
            </a:extLst>
          </p:cNvPr>
          <p:cNvGrpSpPr/>
          <p:nvPr/>
        </p:nvGrpSpPr>
        <p:grpSpPr>
          <a:xfrm>
            <a:off x="8996855" y="928845"/>
            <a:ext cx="2345792" cy="2333997"/>
            <a:chOff x="8996855" y="928845"/>
            <a:chExt cx="2345792" cy="2333997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B126B06C-2BDB-4DD9-8B6E-81FE11436CE3}"/>
                </a:ext>
              </a:extLst>
            </p:cNvPr>
            <p:cNvGrpSpPr/>
            <p:nvPr/>
          </p:nvGrpSpPr>
          <p:grpSpPr>
            <a:xfrm>
              <a:off x="8996855" y="928845"/>
              <a:ext cx="2345792" cy="2333997"/>
              <a:chOff x="8996855" y="928845"/>
              <a:chExt cx="2345792" cy="2333997"/>
            </a:xfrm>
          </p:grpSpPr>
          <p:sp>
            <p:nvSpPr>
              <p:cNvPr id="108" name="Rectángulo: esquinas redondeadas 107">
                <a:extLst>
                  <a:ext uri="{FF2B5EF4-FFF2-40B4-BE49-F238E27FC236}">
                    <a16:creationId xmlns:a16="http://schemas.microsoft.com/office/drawing/2014/main" id="{D151A2D1-6C4E-4EEC-8883-B00E1198749C}"/>
                  </a:ext>
                </a:extLst>
              </p:cNvPr>
              <p:cNvSpPr/>
              <p:nvPr/>
            </p:nvSpPr>
            <p:spPr>
              <a:xfrm>
                <a:off x="8996855" y="928845"/>
                <a:ext cx="2345792" cy="2333997"/>
              </a:xfrm>
              <a:prstGeom prst="roundRect">
                <a:avLst>
                  <a:gd name="adj" fmla="val 5859"/>
                </a:avLst>
              </a:prstGeom>
              <a:no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DB5B08E2-D8D1-4F72-B748-2C9A7FE22200}"/>
                  </a:ext>
                </a:extLst>
              </p:cNvPr>
              <p:cNvSpPr txBox="1"/>
              <p:nvPr/>
            </p:nvSpPr>
            <p:spPr>
              <a:xfrm>
                <a:off x="9580654" y="1279145"/>
                <a:ext cx="1447447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05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Uso de nuestras soluciones</a:t>
                </a:r>
              </a:p>
            </p:txBody>
          </p:sp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51314983-96AB-48D9-9F35-D60E74A5B103}"/>
                  </a:ext>
                </a:extLst>
              </p:cNvPr>
              <p:cNvSpPr txBox="1"/>
              <p:nvPr/>
            </p:nvSpPr>
            <p:spPr>
              <a:xfrm>
                <a:off x="9580654" y="1985553"/>
                <a:ext cx="1447447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sz="105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Partners</a:t>
                </a:r>
                <a:r>
                  <a:rPr lang="es-ES" sz="105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digitales</a:t>
                </a:r>
              </a:p>
            </p:txBody>
          </p:sp>
          <p:pic>
            <p:nvPicPr>
              <p:cNvPr id="13" name="Gráfico 12">
                <a:extLst>
                  <a:ext uri="{FF2B5EF4-FFF2-40B4-BE49-F238E27FC236}">
                    <a16:creationId xmlns:a16="http://schemas.microsoft.com/office/drawing/2014/main" id="{6CABE430-F35F-426C-8262-65646897CE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328654" y="1342829"/>
                <a:ext cx="216000" cy="204922"/>
              </a:xfrm>
              <a:prstGeom prst="rect">
                <a:avLst/>
              </a:prstGeom>
            </p:spPr>
          </p:pic>
          <p:pic>
            <p:nvPicPr>
              <p:cNvPr id="17" name="Gráfico 16">
                <a:extLst>
                  <a:ext uri="{FF2B5EF4-FFF2-40B4-BE49-F238E27FC236}">
                    <a16:creationId xmlns:a16="http://schemas.microsoft.com/office/drawing/2014/main" id="{8725B2D5-21FB-4C92-B2F5-052440D73B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328654" y="2056905"/>
                <a:ext cx="216000" cy="138461"/>
              </a:xfrm>
              <a:prstGeom prst="rect">
                <a:avLst/>
              </a:prstGeom>
            </p:spPr>
          </p:pic>
          <p:pic>
            <p:nvPicPr>
              <p:cNvPr id="21" name="Gráfico 20">
                <a:extLst>
                  <a:ext uri="{FF2B5EF4-FFF2-40B4-BE49-F238E27FC236}">
                    <a16:creationId xmlns:a16="http://schemas.microsoft.com/office/drawing/2014/main" id="{C1010CF0-36AF-47EA-B5BF-DE7A84AC3B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190948" y="2442650"/>
                <a:ext cx="666991" cy="136267"/>
              </a:xfrm>
              <a:prstGeom prst="rect">
                <a:avLst/>
              </a:prstGeom>
            </p:spPr>
          </p:pic>
          <p:pic>
            <p:nvPicPr>
              <p:cNvPr id="52" name="Gráfico 51">
                <a:extLst>
                  <a:ext uri="{FF2B5EF4-FFF2-40B4-BE49-F238E27FC236}">
                    <a16:creationId xmlns:a16="http://schemas.microsoft.com/office/drawing/2014/main" id="{60DFE949-D44E-4060-A436-868EDCD3A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9508496" y="2428747"/>
                <a:ext cx="573756" cy="186471"/>
              </a:xfrm>
              <a:prstGeom prst="rect">
                <a:avLst/>
              </a:prstGeom>
            </p:spPr>
          </p:pic>
        </p:grpSp>
        <p:pic>
          <p:nvPicPr>
            <p:cNvPr id="6" name="Imagen 5" descr="Logotipo&#10;&#10;Descripción generada automáticamente">
              <a:extLst>
                <a:ext uri="{FF2B5EF4-FFF2-40B4-BE49-F238E27FC236}">
                  <a16:creationId xmlns:a16="http://schemas.microsoft.com/office/drawing/2014/main" id="{BEA8048F-BB65-44A0-97BF-4B3151D2D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92249" y="2681761"/>
              <a:ext cx="1365690" cy="223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420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C5095DC1-AC63-8C64-F686-ADEAE5F471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E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2EC90D-DE67-0F04-2361-556CAC1F8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38" y="1461099"/>
            <a:ext cx="9093724" cy="507408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D381153-2532-5F6F-6EB8-FE8E558EE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821"/>
            <a:ext cx="10515600" cy="966805"/>
          </a:xfrm>
        </p:spPr>
        <p:txBody>
          <a:bodyPr>
            <a:noAutofit/>
          </a:bodyPr>
          <a:lstStyle/>
          <a:p>
            <a:pPr algn="ctr">
              <a:lnSpc>
                <a:spcPct val="80000"/>
              </a:lnSpc>
            </a:pPr>
            <a:r>
              <a:rPr lang="es-ES" sz="4800">
                <a:solidFill>
                  <a:schemeClr val="bg1"/>
                </a:solidFill>
              </a:rPr>
              <a:t>Estamos cerca de ti</a:t>
            </a:r>
          </a:p>
        </p:txBody>
      </p:sp>
    </p:spTree>
    <p:extLst>
      <p:ext uri="{BB962C8B-B14F-4D97-AF65-F5344CB8AC3E}">
        <p14:creationId xmlns:p14="http://schemas.microsoft.com/office/powerpoint/2010/main" val="3428946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Elipse 48">
            <a:extLst>
              <a:ext uri="{FF2B5EF4-FFF2-40B4-BE49-F238E27FC236}">
                <a16:creationId xmlns:a16="http://schemas.microsoft.com/office/drawing/2014/main" id="{D17FA2FB-571C-47CA-B423-BCBD9810A405}"/>
              </a:ext>
            </a:extLst>
          </p:cNvPr>
          <p:cNvSpPr/>
          <p:nvPr/>
        </p:nvSpPr>
        <p:spPr>
          <a:xfrm>
            <a:off x="4564677" y="2938837"/>
            <a:ext cx="3346951" cy="3346951"/>
          </a:xfrm>
          <a:prstGeom prst="ellipse">
            <a:avLst/>
          </a:prstGeom>
          <a:gradFill flip="none" rotWithShape="1">
            <a:gsLst>
              <a:gs pos="2721">
                <a:schemeClr val="accent3">
                  <a:alpha val="26000"/>
                </a:schemeClr>
              </a:gs>
              <a:gs pos="25000">
                <a:schemeClr val="accent3">
                  <a:alpha val="20000"/>
                </a:schemeClr>
              </a:gs>
              <a:gs pos="68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5027F143-4187-47BB-9088-4A6105254DD4}"/>
              </a:ext>
            </a:extLst>
          </p:cNvPr>
          <p:cNvGrpSpPr/>
          <p:nvPr/>
        </p:nvGrpSpPr>
        <p:grpSpPr>
          <a:xfrm>
            <a:off x="2809875" y="1646266"/>
            <a:ext cx="6729434" cy="4848225"/>
            <a:chOff x="2809875" y="1790359"/>
            <a:chExt cx="6729434" cy="4848225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0179E910-1E86-4946-82A9-4E8FBFE539F8}"/>
                </a:ext>
              </a:extLst>
            </p:cNvPr>
            <p:cNvSpPr/>
            <p:nvPr/>
          </p:nvSpPr>
          <p:spPr>
            <a:xfrm>
              <a:off x="5081609" y="2180884"/>
              <a:ext cx="4457700" cy="4457700"/>
            </a:xfrm>
            <a:prstGeom prst="ellipse">
              <a:avLst/>
            </a:prstGeom>
            <a:gradFill flip="none" rotWithShape="1">
              <a:gsLst>
                <a:gs pos="2721">
                  <a:schemeClr val="accent3">
                    <a:alpha val="26000"/>
                  </a:schemeClr>
                </a:gs>
                <a:gs pos="25000">
                  <a:schemeClr val="accent3">
                    <a:alpha val="20000"/>
                  </a:schemeClr>
                </a:gs>
                <a:gs pos="68000">
                  <a:schemeClr val="accent3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0912A2DE-86AC-4131-8CD4-7C3355845C5A}"/>
                </a:ext>
              </a:extLst>
            </p:cNvPr>
            <p:cNvSpPr/>
            <p:nvPr/>
          </p:nvSpPr>
          <p:spPr>
            <a:xfrm>
              <a:off x="2809875" y="1790359"/>
              <a:ext cx="4848225" cy="4848225"/>
            </a:xfrm>
            <a:prstGeom prst="ellipse">
              <a:avLst/>
            </a:prstGeom>
            <a:gradFill flip="none" rotWithShape="1">
              <a:gsLst>
                <a:gs pos="2721">
                  <a:schemeClr val="accent1">
                    <a:alpha val="26000"/>
                  </a:schemeClr>
                </a:gs>
                <a:gs pos="25000">
                  <a:schemeClr val="accent1">
                    <a:alpha val="20000"/>
                  </a:schemeClr>
                </a:gs>
                <a:gs pos="68000">
                  <a:schemeClr val="accent1">
                    <a:shade val="100000"/>
                    <a:satMod val="115000"/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65D120AC-9391-449F-A627-537910EE80D2}"/>
              </a:ext>
            </a:extLst>
          </p:cNvPr>
          <p:cNvSpPr txBox="1">
            <a:spLocks/>
          </p:cNvSpPr>
          <p:nvPr/>
        </p:nvSpPr>
        <p:spPr>
          <a:xfrm>
            <a:off x="1044270" y="646341"/>
            <a:ext cx="3117533" cy="9339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spc="-150"/>
              <a:t>Sectores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6C35228-B62E-4908-98A8-A989EA2C01FD}"/>
              </a:ext>
            </a:extLst>
          </p:cNvPr>
          <p:cNvSpPr txBox="1">
            <a:spLocks/>
          </p:cNvSpPr>
          <p:nvPr/>
        </p:nvSpPr>
        <p:spPr>
          <a:xfrm>
            <a:off x="7598187" y="422918"/>
            <a:ext cx="3341837" cy="1190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s-ES" sz="2400" spc="-150"/>
              <a:t>Tenemos amplia </a:t>
            </a:r>
            <a:r>
              <a:rPr lang="es-ES" sz="2400" spc="-150">
                <a:solidFill>
                  <a:schemeClr val="accent6"/>
                </a:solidFill>
              </a:rPr>
              <a:t>experiencia</a:t>
            </a:r>
            <a:r>
              <a:rPr lang="es-ES" sz="2400" spc="-150"/>
              <a:t> 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ACF9463-C53D-4893-8DF0-4C0F76307240}"/>
              </a:ext>
            </a:extLst>
          </p:cNvPr>
          <p:cNvCxnSpPr>
            <a:cxnSpLocks/>
          </p:cNvCxnSpPr>
          <p:nvPr/>
        </p:nvCxnSpPr>
        <p:spPr>
          <a:xfrm flipH="1">
            <a:off x="969472" y="1613274"/>
            <a:ext cx="10253056" cy="0"/>
          </a:xfrm>
          <a:prstGeom prst="line">
            <a:avLst/>
          </a:prstGeom>
          <a:ln w="127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o 7">
            <a:extLst>
              <a:ext uri="{FF2B5EF4-FFF2-40B4-BE49-F238E27FC236}">
                <a16:creationId xmlns:a16="http://schemas.microsoft.com/office/drawing/2014/main" id="{CC42B17F-0F0A-45E9-84FE-E7A96D536849}"/>
              </a:ext>
            </a:extLst>
          </p:cNvPr>
          <p:cNvGrpSpPr/>
          <p:nvPr/>
        </p:nvGrpSpPr>
        <p:grpSpPr>
          <a:xfrm>
            <a:off x="3026295" y="2924270"/>
            <a:ext cx="1996234" cy="506648"/>
            <a:chOff x="2265282" y="2404025"/>
            <a:chExt cx="1744743" cy="442819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5957EE0B-88D1-47ED-93BD-A0EA76A866C9}"/>
                </a:ext>
              </a:extLst>
            </p:cNvPr>
            <p:cNvSpPr/>
            <p:nvPr/>
          </p:nvSpPr>
          <p:spPr>
            <a:xfrm>
              <a:off x="2265282" y="2404025"/>
              <a:ext cx="1744743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69F41854-3BCB-4147-B039-70032D889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69179" y="2490959"/>
              <a:ext cx="252000" cy="252000"/>
            </a:xfrm>
            <a:prstGeom prst="rect">
              <a:avLst/>
            </a:prstGeom>
          </p:spPr>
        </p:pic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D7E19964-02E8-40AA-9B82-85628CAE7FED}"/>
                </a:ext>
              </a:extLst>
            </p:cNvPr>
            <p:cNvSpPr/>
            <p:nvPr/>
          </p:nvSpPr>
          <p:spPr>
            <a:xfrm>
              <a:off x="2686229" y="2428143"/>
              <a:ext cx="1242550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Automoción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F119C6A-59DF-44AF-B8A3-D0220B07FF74}"/>
              </a:ext>
            </a:extLst>
          </p:cNvPr>
          <p:cNvGrpSpPr/>
          <p:nvPr/>
        </p:nvGrpSpPr>
        <p:grpSpPr>
          <a:xfrm>
            <a:off x="5214843" y="2924270"/>
            <a:ext cx="1421654" cy="506648"/>
            <a:chOff x="2265283" y="3033190"/>
            <a:chExt cx="1242550" cy="442819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D45AB2D2-F21B-4897-83FE-A6A50C4F6BE1}"/>
                </a:ext>
              </a:extLst>
            </p:cNvPr>
            <p:cNvSpPr/>
            <p:nvPr/>
          </p:nvSpPr>
          <p:spPr>
            <a:xfrm>
              <a:off x="2265283" y="3033190"/>
              <a:ext cx="1242550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225D108C-811F-4987-BA65-E72542827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68557" y="3127911"/>
              <a:ext cx="252000" cy="252000"/>
            </a:xfrm>
            <a:prstGeom prst="rect">
              <a:avLst/>
            </a:prstGeom>
          </p:spPr>
        </p:pic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9297207A-052C-48AA-9C14-3643FC072103}"/>
                </a:ext>
              </a:extLst>
            </p:cNvPr>
            <p:cNvSpPr/>
            <p:nvPr/>
          </p:nvSpPr>
          <p:spPr>
            <a:xfrm>
              <a:off x="2686229" y="3057308"/>
              <a:ext cx="722191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Banca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9F30A0F-7DF0-4047-A164-FD4FC28C4AA0}"/>
              </a:ext>
            </a:extLst>
          </p:cNvPr>
          <p:cNvGrpSpPr/>
          <p:nvPr/>
        </p:nvGrpSpPr>
        <p:grpSpPr>
          <a:xfrm>
            <a:off x="2736745" y="4555792"/>
            <a:ext cx="1229917" cy="506648"/>
            <a:chOff x="2268306" y="3661738"/>
            <a:chExt cx="1074969" cy="442819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554D914B-BCC6-4130-937B-61AA0B70B0CB}"/>
                </a:ext>
              </a:extLst>
            </p:cNvPr>
            <p:cNvSpPr/>
            <p:nvPr/>
          </p:nvSpPr>
          <p:spPr>
            <a:xfrm>
              <a:off x="2268306" y="3661738"/>
              <a:ext cx="1074969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18" name="Gráfico 17">
              <a:extLst>
                <a:ext uri="{FF2B5EF4-FFF2-40B4-BE49-F238E27FC236}">
                  <a16:creationId xmlns:a16="http://schemas.microsoft.com/office/drawing/2014/main" id="{327D2F60-3FD0-4C6B-80B0-2BB072367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392361" y="3760108"/>
              <a:ext cx="252000" cy="252000"/>
            </a:xfrm>
            <a:prstGeom prst="rect">
              <a:avLst/>
            </a:prstGeom>
          </p:spPr>
        </p:pic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8B346108-FC5A-430F-AE81-1405626385E2}"/>
                </a:ext>
              </a:extLst>
            </p:cNvPr>
            <p:cNvSpPr/>
            <p:nvPr/>
          </p:nvSpPr>
          <p:spPr>
            <a:xfrm>
              <a:off x="2689253" y="3685856"/>
              <a:ext cx="562821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BPO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CD1C431-328B-4D46-8335-A962E3F24F4A}"/>
              </a:ext>
            </a:extLst>
          </p:cNvPr>
          <p:cNvGrpSpPr/>
          <p:nvPr/>
        </p:nvGrpSpPr>
        <p:grpSpPr>
          <a:xfrm>
            <a:off x="6849976" y="2924270"/>
            <a:ext cx="2650111" cy="506648"/>
            <a:chOff x="2265282" y="4233239"/>
            <a:chExt cx="2316243" cy="442819"/>
          </a:xfrm>
        </p:grpSpPr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DFDE5CF9-E219-4E6E-9612-0CF634BF8116}"/>
                </a:ext>
              </a:extLst>
            </p:cNvPr>
            <p:cNvSpPr/>
            <p:nvPr/>
          </p:nvSpPr>
          <p:spPr>
            <a:xfrm>
              <a:off x="2265282" y="4233239"/>
              <a:ext cx="2316243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22" name="Gráfico 21">
              <a:extLst>
                <a:ext uri="{FF2B5EF4-FFF2-40B4-BE49-F238E27FC236}">
                  <a16:creationId xmlns:a16="http://schemas.microsoft.com/office/drawing/2014/main" id="{EA9D6169-0666-458E-873E-24A878976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392361" y="4339463"/>
              <a:ext cx="252000" cy="252000"/>
            </a:xfrm>
            <a:prstGeom prst="rect">
              <a:avLst/>
            </a:prstGeom>
          </p:spPr>
        </p:pic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BE4DF103-459F-4200-9BB4-6315E7C32989}"/>
                </a:ext>
              </a:extLst>
            </p:cNvPr>
            <p:cNvSpPr/>
            <p:nvPr/>
          </p:nvSpPr>
          <p:spPr>
            <a:xfrm>
              <a:off x="2686229" y="4257357"/>
              <a:ext cx="1744742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Educación superior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867F7547-021D-4AE2-AAFE-4E0153D53303}"/>
              </a:ext>
            </a:extLst>
          </p:cNvPr>
          <p:cNvGrpSpPr/>
          <p:nvPr/>
        </p:nvGrpSpPr>
        <p:grpSpPr>
          <a:xfrm>
            <a:off x="2291299" y="3745260"/>
            <a:ext cx="2476771" cy="506648"/>
            <a:chOff x="2265283" y="4952524"/>
            <a:chExt cx="2164741" cy="442819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B62D4FD7-A251-4C0A-A763-7E17CE522738}"/>
                </a:ext>
              </a:extLst>
            </p:cNvPr>
            <p:cNvSpPr/>
            <p:nvPr/>
          </p:nvSpPr>
          <p:spPr>
            <a:xfrm>
              <a:off x="2265283" y="4952524"/>
              <a:ext cx="2164741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388EC9CC-4F7F-4A29-8284-FC851F740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97404" y="5047933"/>
              <a:ext cx="252000" cy="252000"/>
            </a:xfrm>
            <a:prstGeom prst="rect">
              <a:avLst/>
            </a:prstGeom>
          </p:spPr>
        </p:pic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6E8DE057-E913-4634-BEE4-70161BAD7082}"/>
                </a:ext>
              </a:extLst>
            </p:cNvPr>
            <p:cNvSpPr/>
            <p:nvPr/>
          </p:nvSpPr>
          <p:spPr>
            <a:xfrm>
              <a:off x="2686229" y="4976642"/>
              <a:ext cx="1632501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Energía &amp; </a:t>
              </a:r>
              <a:r>
                <a:rPr lang="es-ES" sz="1600" err="1">
                  <a:solidFill>
                    <a:schemeClr val="tx1"/>
                  </a:solidFill>
                  <a:latin typeface="+mj-lt"/>
                </a:rPr>
                <a:t>Utilities</a:t>
              </a:r>
              <a:endParaRPr lang="es-ES" sz="160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B9438DBA-AC67-4C8B-9F77-52BC678133F9}"/>
              </a:ext>
            </a:extLst>
          </p:cNvPr>
          <p:cNvGrpSpPr/>
          <p:nvPr/>
        </p:nvGrpSpPr>
        <p:grpSpPr>
          <a:xfrm>
            <a:off x="4964778" y="3726234"/>
            <a:ext cx="2236240" cy="506648"/>
            <a:chOff x="5141612" y="2428143"/>
            <a:chExt cx="1954513" cy="442819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91B3FC29-79D7-44C2-8CF1-E693062AC4DB}"/>
                </a:ext>
              </a:extLst>
            </p:cNvPr>
            <p:cNvSpPr/>
            <p:nvPr/>
          </p:nvSpPr>
          <p:spPr>
            <a:xfrm>
              <a:off x="5141612" y="2428143"/>
              <a:ext cx="1868788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30" name="Gráfico 29">
              <a:extLst>
                <a:ext uri="{FF2B5EF4-FFF2-40B4-BE49-F238E27FC236}">
                  <a16:creationId xmlns:a16="http://schemas.microsoft.com/office/drawing/2014/main" id="{66DB4D23-C4E1-48E9-AEC3-6CE0E5CA7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255494" y="2511557"/>
              <a:ext cx="252000" cy="252000"/>
            </a:xfrm>
            <a:prstGeom prst="rect">
              <a:avLst/>
            </a:prstGeom>
          </p:spPr>
        </p:pic>
        <p:sp>
          <p:nvSpPr>
            <p:cNvPr id="31" name="Rectángulo: esquinas redondeadas 30">
              <a:extLst>
                <a:ext uri="{FF2B5EF4-FFF2-40B4-BE49-F238E27FC236}">
                  <a16:creationId xmlns:a16="http://schemas.microsoft.com/office/drawing/2014/main" id="{EBB77FCE-A81B-424C-9A8A-3421A904DF8E}"/>
                </a:ext>
              </a:extLst>
            </p:cNvPr>
            <p:cNvSpPr/>
            <p:nvPr/>
          </p:nvSpPr>
          <p:spPr>
            <a:xfrm>
              <a:off x="5562559" y="2452261"/>
              <a:ext cx="1533566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Sector público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6A0CBC02-FC15-4736-B568-3559E747D81F}"/>
              </a:ext>
            </a:extLst>
          </p:cNvPr>
          <p:cNvGrpSpPr/>
          <p:nvPr/>
        </p:nvGrpSpPr>
        <p:grpSpPr>
          <a:xfrm>
            <a:off x="7342859" y="3726234"/>
            <a:ext cx="2823632" cy="506648"/>
            <a:chOff x="5141612" y="3057308"/>
            <a:chExt cx="2467903" cy="442819"/>
          </a:xfrm>
        </p:grpSpPr>
        <p:sp>
          <p:nvSpPr>
            <p:cNvPr id="33" name="Rectángulo: esquinas redondeadas 32">
              <a:extLst>
                <a:ext uri="{FF2B5EF4-FFF2-40B4-BE49-F238E27FC236}">
                  <a16:creationId xmlns:a16="http://schemas.microsoft.com/office/drawing/2014/main" id="{BAB0FA90-2756-45BD-B161-E06F17EF0ABC}"/>
                </a:ext>
              </a:extLst>
            </p:cNvPr>
            <p:cNvSpPr/>
            <p:nvPr/>
          </p:nvSpPr>
          <p:spPr>
            <a:xfrm>
              <a:off x="5141612" y="3057308"/>
              <a:ext cx="2297413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34" name="Gráfico 33">
              <a:extLst>
                <a:ext uri="{FF2B5EF4-FFF2-40B4-BE49-F238E27FC236}">
                  <a16:creationId xmlns:a16="http://schemas.microsoft.com/office/drawing/2014/main" id="{5D7001FD-E0D3-4EA0-8555-3F2B05DF7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255494" y="3146020"/>
              <a:ext cx="252000" cy="252000"/>
            </a:xfrm>
            <a:prstGeom prst="rect">
              <a:avLst/>
            </a:prstGeom>
          </p:spPr>
        </p:pic>
        <p:sp>
          <p:nvSpPr>
            <p:cNvPr id="35" name="Rectángulo: esquinas redondeadas 34">
              <a:extLst>
                <a:ext uri="{FF2B5EF4-FFF2-40B4-BE49-F238E27FC236}">
                  <a16:creationId xmlns:a16="http://schemas.microsoft.com/office/drawing/2014/main" id="{596C15C9-F03B-4450-8DB9-FE07F5FC01A6}"/>
                </a:ext>
              </a:extLst>
            </p:cNvPr>
            <p:cNvSpPr/>
            <p:nvPr/>
          </p:nvSpPr>
          <p:spPr>
            <a:xfrm>
              <a:off x="5562559" y="3081426"/>
              <a:ext cx="2046956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 err="1">
                  <a:solidFill>
                    <a:schemeClr val="tx1"/>
                  </a:solidFill>
                  <a:latin typeface="+mj-lt"/>
                </a:rPr>
                <a:t>Retail</a:t>
              </a:r>
              <a:r>
                <a:rPr lang="es-ES" sz="1600">
                  <a:solidFill>
                    <a:schemeClr val="tx1"/>
                  </a:solidFill>
                  <a:latin typeface="+mj-lt"/>
                </a:rPr>
                <a:t> &amp; </a:t>
              </a:r>
              <a:r>
                <a:rPr lang="es-ES" sz="1600" err="1">
                  <a:solidFill>
                    <a:schemeClr val="tx1"/>
                  </a:solidFill>
                  <a:latin typeface="+mj-lt"/>
                </a:rPr>
                <a:t>Ecommerce</a:t>
              </a:r>
              <a:endParaRPr lang="es-ES" sz="160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27C3C8A-9F82-44AE-BC18-1CA19F63527D}"/>
              </a:ext>
            </a:extLst>
          </p:cNvPr>
          <p:cNvGrpSpPr/>
          <p:nvPr/>
        </p:nvGrpSpPr>
        <p:grpSpPr>
          <a:xfrm>
            <a:off x="4167703" y="4555792"/>
            <a:ext cx="1903276" cy="506648"/>
            <a:chOff x="5144637" y="3685856"/>
            <a:chExt cx="1663496" cy="442819"/>
          </a:xfrm>
        </p:grpSpPr>
        <p:sp>
          <p:nvSpPr>
            <p:cNvPr id="37" name="Rectángulo: esquinas redondeadas 36">
              <a:extLst>
                <a:ext uri="{FF2B5EF4-FFF2-40B4-BE49-F238E27FC236}">
                  <a16:creationId xmlns:a16="http://schemas.microsoft.com/office/drawing/2014/main" id="{E5112A7D-DBE3-4FE1-9C11-6403ACC434FD}"/>
                </a:ext>
              </a:extLst>
            </p:cNvPr>
            <p:cNvSpPr/>
            <p:nvPr/>
          </p:nvSpPr>
          <p:spPr>
            <a:xfrm>
              <a:off x="5144637" y="3685856"/>
              <a:ext cx="1411588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6136B871-7AAC-44B9-B173-1252AC179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255494" y="3792973"/>
              <a:ext cx="252000" cy="252000"/>
            </a:xfrm>
            <a:prstGeom prst="rect">
              <a:avLst/>
            </a:prstGeom>
          </p:spPr>
        </p:pic>
        <p:sp>
          <p:nvSpPr>
            <p:cNvPr id="39" name="Rectángulo: esquinas redondeadas 38">
              <a:extLst>
                <a:ext uri="{FF2B5EF4-FFF2-40B4-BE49-F238E27FC236}">
                  <a16:creationId xmlns:a16="http://schemas.microsoft.com/office/drawing/2014/main" id="{97455304-939A-466D-9272-A26EF21087EF}"/>
                </a:ext>
              </a:extLst>
            </p:cNvPr>
            <p:cNvSpPr/>
            <p:nvPr/>
          </p:nvSpPr>
          <p:spPr>
            <a:xfrm>
              <a:off x="5565583" y="3709974"/>
              <a:ext cx="1242550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Seguros</a:t>
              </a:r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D054BBA4-6148-418E-ADB0-A3F29CBF5EC1}"/>
              </a:ext>
            </a:extLst>
          </p:cNvPr>
          <p:cNvGrpSpPr/>
          <p:nvPr/>
        </p:nvGrpSpPr>
        <p:grpSpPr>
          <a:xfrm>
            <a:off x="6010325" y="4555792"/>
            <a:ext cx="1495179" cy="506648"/>
            <a:chOff x="5141613" y="4257357"/>
            <a:chExt cx="1306812" cy="442819"/>
          </a:xfrm>
        </p:grpSpPr>
        <p:sp>
          <p:nvSpPr>
            <p:cNvPr id="41" name="Rectángulo: esquinas redondeadas 40">
              <a:extLst>
                <a:ext uri="{FF2B5EF4-FFF2-40B4-BE49-F238E27FC236}">
                  <a16:creationId xmlns:a16="http://schemas.microsoft.com/office/drawing/2014/main" id="{E30E0FF9-4563-4557-B124-F8A2647938CB}"/>
                </a:ext>
              </a:extLst>
            </p:cNvPr>
            <p:cNvSpPr/>
            <p:nvPr/>
          </p:nvSpPr>
          <p:spPr>
            <a:xfrm>
              <a:off x="5141613" y="4257357"/>
              <a:ext cx="1306812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42" name="Gráfico 41">
              <a:extLst>
                <a:ext uri="{FF2B5EF4-FFF2-40B4-BE49-F238E27FC236}">
                  <a16:creationId xmlns:a16="http://schemas.microsoft.com/office/drawing/2014/main" id="{4C8F530A-C12B-4707-B611-34AD3C7F1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255494" y="4348094"/>
              <a:ext cx="252000" cy="252000"/>
            </a:xfrm>
            <a:prstGeom prst="rect">
              <a:avLst/>
            </a:prstGeom>
          </p:spPr>
        </p:pic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E1463631-481B-481B-A737-CC950567780A}"/>
                </a:ext>
              </a:extLst>
            </p:cNvPr>
            <p:cNvSpPr/>
            <p:nvPr/>
          </p:nvSpPr>
          <p:spPr>
            <a:xfrm>
              <a:off x="5562559" y="4281475"/>
              <a:ext cx="885866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 err="1">
                  <a:solidFill>
                    <a:schemeClr val="tx1"/>
                  </a:solidFill>
                  <a:latin typeface="+mj-lt"/>
                </a:rPr>
                <a:t>Telcos</a:t>
              </a:r>
              <a:endParaRPr lang="es-ES" sz="160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74DB011F-62C7-4C47-8A02-633758F34FD7}"/>
              </a:ext>
            </a:extLst>
          </p:cNvPr>
          <p:cNvGrpSpPr/>
          <p:nvPr/>
        </p:nvGrpSpPr>
        <p:grpSpPr>
          <a:xfrm>
            <a:off x="7727163" y="4555792"/>
            <a:ext cx="1615056" cy="506648"/>
            <a:chOff x="5141613" y="4976642"/>
            <a:chExt cx="1411587" cy="442819"/>
          </a:xfrm>
        </p:grpSpPr>
        <p:sp>
          <p:nvSpPr>
            <p:cNvPr id="45" name="Rectángulo: esquinas redondeadas 44">
              <a:extLst>
                <a:ext uri="{FF2B5EF4-FFF2-40B4-BE49-F238E27FC236}">
                  <a16:creationId xmlns:a16="http://schemas.microsoft.com/office/drawing/2014/main" id="{45B295C1-B5C5-47BA-9BDE-127AD07E1651}"/>
                </a:ext>
              </a:extLst>
            </p:cNvPr>
            <p:cNvSpPr/>
            <p:nvPr/>
          </p:nvSpPr>
          <p:spPr>
            <a:xfrm>
              <a:off x="5141613" y="4976642"/>
              <a:ext cx="1411587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46" name="Gráfico 45">
              <a:extLst>
                <a:ext uri="{FF2B5EF4-FFF2-40B4-BE49-F238E27FC236}">
                  <a16:creationId xmlns:a16="http://schemas.microsoft.com/office/drawing/2014/main" id="{33FBE03F-936C-48F0-BB3D-3BC450763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255494" y="5072051"/>
              <a:ext cx="252000" cy="252000"/>
            </a:xfrm>
            <a:prstGeom prst="rect">
              <a:avLst/>
            </a:prstGeom>
          </p:spPr>
        </p:pic>
        <p:sp>
          <p:nvSpPr>
            <p:cNvPr id="47" name="Rectángulo: esquinas redondeadas 46">
              <a:extLst>
                <a:ext uri="{FF2B5EF4-FFF2-40B4-BE49-F238E27FC236}">
                  <a16:creationId xmlns:a16="http://schemas.microsoft.com/office/drawing/2014/main" id="{655CD315-FD2E-442F-B21B-382C42CAE046}"/>
                </a:ext>
              </a:extLst>
            </p:cNvPr>
            <p:cNvSpPr/>
            <p:nvPr/>
          </p:nvSpPr>
          <p:spPr>
            <a:xfrm>
              <a:off x="5562559" y="5000760"/>
              <a:ext cx="990641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Turismo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24894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Elipse 48">
            <a:extLst>
              <a:ext uri="{FF2B5EF4-FFF2-40B4-BE49-F238E27FC236}">
                <a16:creationId xmlns:a16="http://schemas.microsoft.com/office/drawing/2014/main" id="{D17FA2FB-571C-47CA-B423-BCBD9810A405}"/>
              </a:ext>
            </a:extLst>
          </p:cNvPr>
          <p:cNvSpPr/>
          <p:nvPr/>
        </p:nvSpPr>
        <p:spPr>
          <a:xfrm>
            <a:off x="4564677" y="2938837"/>
            <a:ext cx="3346951" cy="3346951"/>
          </a:xfrm>
          <a:prstGeom prst="ellipse">
            <a:avLst/>
          </a:prstGeom>
          <a:gradFill flip="none" rotWithShape="1">
            <a:gsLst>
              <a:gs pos="2721">
                <a:schemeClr val="accent3">
                  <a:alpha val="26000"/>
                </a:schemeClr>
              </a:gs>
              <a:gs pos="25000">
                <a:schemeClr val="accent3">
                  <a:alpha val="20000"/>
                </a:schemeClr>
              </a:gs>
              <a:gs pos="68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5027F143-4187-47BB-9088-4A6105254DD4}"/>
              </a:ext>
            </a:extLst>
          </p:cNvPr>
          <p:cNvGrpSpPr/>
          <p:nvPr/>
        </p:nvGrpSpPr>
        <p:grpSpPr>
          <a:xfrm>
            <a:off x="2809875" y="1646266"/>
            <a:ext cx="6729434" cy="4848225"/>
            <a:chOff x="2809875" y="1790359"/>
            <a:chExt cx="6729434" cy="4848225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0179E910-1E86-4946-82A9-4E8FBFE539F8}"/>
                </a:ext>
              </a:extLst>
            </p:cNvPr>
            <p:cNvSpPr/>
            <p:nvPr/>
          </p:nvSpPr>
          <p:spPr>
            <a:xfrm>
              <a:off x="5081609" y="2180884"/>
              <a:ext cx="4457700" cy="4457700"/>
            </a:xfrm>
            <a:prstGeom prst="ellipse">
              <a:avLst/>
            </a:prstGeom>
            <a:gradFill flip="none" rotWithShape="1">
              <a:gsLst>
                <a:gs pos="2721">
                  <a:schemeClr val="accent3">
                    <a:alpha val="26000"/>
                  </a:schemeClr>
                </a:gs>
                <a:gs pos="25000">
                  <a:schemeClr val="accent3">
                    <a:alpha val="20000"/>
                  </a:schemeClr>
                </a:gs>
                <a:gs pos="68000">
                  <a:schemeClr val="accent3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0912A2DE-86AC-4131-8CD4-7C3355845C5A}"/>
                </a:ext>
              </a:extLst>
            </p:cNvPr>
            <p:cNvSpPr/>
            <p:nvPr/>
          </p:nvSpPr>
          <p:spPr>
            <a:xfrm>
              <a:off x="2809875" y="1790359"/>
              <a:ext cx="4848225" cy="4848225"/>
            </a:xfrm>
            <a:prstGeom prst="ellipse">
              <a:avLst/>
            </a:prstGeom>
            <a:gradFill flip="none" rotWithShape="1">
              <a:gsLst>
                <a:gs pos="2721">
                  <a:schemeClr val="accent1">
                    <a:alpha val="26000"/>
                  </a:schemeClr>
                </a:gs>
                <a:gs pos="25000">
                  <a:schemeClr val="accent1">
                    <a:alpha val="20000"/>
                  </a:schemeClr>
                </a:gs>
                <a:gs pos="68000">
                  <a:schemeClr val="accent1">
                    <a:shade val="100000"/>
                    <a:satMod val="115000"/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65D120AC-9391-449F-A627-537910EE80D2}"/>
              </a:ext>
            </a:extLst>
          </p:cNvPr>
          <p:cNvSpPr txBox="1">
            <a:spLocks/>
          </p:cNvSpPr>
          <p:nvPr/>
        </p:nvSpPr>
        <p:spPr>
          <a:xfrm>
            <a:off x="1044270" y="646341"/>
            <a:ext cx="3117533" cy="9339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spc="-150"/>
              <a:t>Sectores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6C35228-B62E-4908-98A8-A989EA2C01FD}"/>
              </a:ext>
            </a:extLst>
          </p:cNvPr>
          <p:cNvSpPr txBox="1">
            <a:spLocks/>
          </p:cNvSpPr>
          <p:nvPr/>
        </p:nvSpPr>
        <p:spPr>
          <a:xfrm>
            <a:off x="7598187" y="422918"/>
            <a:ext cx="3341837" cy="1190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s-ES" sz="2400" spc="-150"/>
              <a:t>Tenemos amplia </a:t>
            </a:r>
            <a:r>
              <a:rPr lang="es-ES" sz="2400" spc="-150">
                <a:solidFill>
                  <a:schemeClr val="accent6"/>
                </a:solidFill>
              </a:rPr>
              <a:t>experiencia</a:t>
            </a:r>
            <a:r>
              <a:rPr lang="es-ES" sz="2400" spc="-150"/>
              <a:t> 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ACF9463-C53D-4893-8DF0-4C0F76307240}"/>
              </a:ext>
            </a:extLst>
          </p:cNvPr>
          <p:cNvCxnSpPr>
            <a:cxnSpLocks/>
          </p:cNvCxnSpPr>
          <p:nvPr/>
        </p:nvCxnSpPr>
        <p:spPr>
          <a:xfrm flipH="1">
            <a:off x="969472" y="1613274"/>
            <a:ext cx="10253056" cy="0"/>
          </a:xfrm>
          <a:prstGeom prst="line">
            <a:avLst/>
          </a:prstGeom>
          <a:ln w="127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upo 7">
            <a:extLst>
              <a:ext uri="{FF2B5EF4-FFF2-40B4-BE49-F238E27FC236}">
                <a16:creationId xmlns:a16="http://schemas.microsoft.com/office/drawing/2014/main" id="{CC42B17F-0F0A-45E9-84FE-E7A96D536849}"/>
              </a:ext>
            </a:extLst>
          </p:cNvPr>
          <p:cNvGrpSpPr/>
          <p:nvPr/>
        </p:nvGrpSpPr>
        <p:grpSpPr>
          <a:xfrm>
            <a:off x="3026295" y="2730134"/>
            <a:ext cx="1996234" cy="506648"/>
            <a:chOff x="2265282" y="2404025"/>
            <a:chExt cx="1744743" cy="442819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5957EE0B-88D1-47ED-93BD-A0EA76A866C9}"/>
                </a:ext>
              </a:extLst>
            </p:cNvPr>
            <p:cNvSpPr/>
            <p:nvPr/>
          </p:nvSpPr>
          <p:spPr>
            <a:xfrm>
              <a:off x="2265282" y="2404025"/>
              <a:ext cx="1744743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69F41854-3BCB-4147-B039-70032D889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69179" y="2490959"/>
              <a:ext cx="252000" cy="252000"/>
            </a:xfrm>
            <a:prstGeom prst="rect">
              <a:avLst/>
            </a:prstGeom>
          </p:spPr>
        </p:pic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D7E19964-02E8-40AA-9B82-85628CAE7FED}"/>
                </a:ext>
              </a:extLst>
            </p:cNvPr>
            <p:cNvSpPr/>
            <p:nvPr/>
          </p:nvSpPr>
          <p:spPr>
            <a:xfrm>
              <a:off x="2686229" y="2428143"/>
              <a:ext cx="1242550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Automoción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F119C6A-59DF-44AF-B8A3-D0220B07FF74}"/>
              </a:ext>
            </a:extLst>
          </p:cNvPr>
          <p:cNvGrpSpPr/>
          <p:nvPr/>
        </p:nvGrpSpPr>
        <p:grpSpPr>
          <a:xfrm>
            <a:off x="5214843" y="2730134"/>
            <a:ext cx="1421654" cy="506648"/>
            <a:chOff x="2265283" y="3033190"/>
            <a:chExt cx="1242550" cy="442819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D45AB2D2-F21B-4897-83FE-A6A50C4F6BE1}"/>
                </a:ext>
              </a:extLst>
            </p:cNvPr>
            <p:cNvSpPr/>
            <p:nvPr/>
          </p:nvSpPr>
          <p:spPr>
            <a:xfrm>
              <a:off x="2265283" y="3033190"/>
              <a:ext cx="1242550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225D108C-811F-4987-BA65-E72542827F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68557" y="3127911"/>
              <a:ext cx="252000" cy="252000"/>
            </a:xfrm>
            <a:prstGeom prst="rect">
              <a:avLst/>
            </a:prstGeom>
          </p:spPr>
        </p:pic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9297207A-052C-48AA-9C14-3643FC072103}"/>
                </a:ext>
              </a:extLst>
            </p:cNvPr>
            <p:cNvSpPr/>
            <p:nvPr/>
          </p:nvSpPr>
          <p:spPr>
            <a:xfrm>
              <a:off x="2686229" y="3057308"/>
              <a:ext cx="722191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Banca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9F30A0F-7DF0-4047-A164-FD4FC28C4AA0}"/>
              </a:ext>
            </a:extLst>
          </p:cNvPr>
          <p:cNvGrpSpPr/>
          <p:nvPr/>
        </p:nvGrpSpPr>
        <p:grpSpPr>
          <a:xfrm>
            <a:off x="2736745" y="4361656"/>
            <a:ext cx="1229917" cy="506648"/>
            <a:chOff x="2268306" y="3661738"/>
            <a:chExt cx="1074969" cy="442819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554D914B-BCC6-4130-937B-61AA0B70B0CB}"/>
                </a:ext>
              </a:extLst>
            </p:cNvPr>
            <p:cNvSpPr/>
            <p:nvPr/>
          </p:nvSpPr>
          <p:spPr>
            <a:xfrm>
              <a:off x="2268306" y="3661738"/>
              <a:ext cx="1074969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18" name="Gráfico 17">
              <a:extLst>
                <a:ext uri="{FF2B5EF4-FFF2-40B4-BE49-F238E27FC236}">
                  <a16:creationId xmlns:a16="http://schemas.microsoft.com/office/drawing/2014/main" id="{327D2F60-3FD0-4C6B-80B0-2BB072367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392361" y="3760108"/>
              <a:ext cx="252000" cy="252000"/>
            </a:xfrm>
            <a:prstGeom prst="rect">
              <a:avLst/>
            </a:prstGeom>
          </p:spPr>
        </p:pic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8B346108-FC5A-430F-AE81-1405626385E2}"/>
                </a:ext>
              </a:extLst>
            </p:cNvPr>
            <p:cNvSpPr/>
            <p:nvPr/>
          </p:nvSpPr>
          <p:spPr>
            <a:xfrm>
              <a:off x="2689253" y="3685856"/>
              <a:ext cx="562821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BPO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6CD1C431-328B-4D46-8335-A962E3F24F4A}"/>
              </a:ext>
            </a:extLst>
          </p:cNvPr>
          <p:cNvGrpSpPr/>
          <p:nvPr/>
        </p:nvGrpSpPr>
        <p:grpSpPr>
          <a:xfrm>
            <a:off x="6849976" y="2730134"/>
            <a:ext cx="2650111" cy="506648"/>
            <a:chOff x="2265282" y="4233239"/>
            <a:chExt cx="2316243" cy="442819"/>
          </a:xfrm>
        </p:grpSpPr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DFDE5CF9-E219-4E6E-9612-0CF634BF8116}"/>
                </a:ext>
              </a:extLst>
            </p:cNvPr>
            <p:cNvSpPr/>
            <p:nvPr/>
          </p:nvSpPr>
          <p:spPr>
            <a:xfrm>
              <a:off x="2265282" y="4233239"/>
              <a:ext cx="2316243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22" name="Gráfico 21">
              <a:extLst>
                <a:ext uri="{FF2B5EF4-FFF2-40B4-BE49-F238E27FC236}">
                  <a16:creationId xmlns:a16="http://schemas.microsoft.com/office/drawing/2014/main" id="{EA9D6169-0666-458E-873E-24A878976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392361" y="4339463"/>
              <a:ext cx="252000" cy="252000"/>
            </a:xfrm>
            <a:prstGeom prst="rect">
              <a:avLst/>
            </a:prstGeom>
          </p:spPr>
        </p:pic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BE4DF103-459F-4200-9BB4-6315E7C32989}"/>
                </a:ext>
              </a:extLst>
            </p:cNvPr>
            <p:cNvSpPr/>
            <p:nvPr/>
          </p:nvSpPr>
          <p:spPr>
            <a:xfrm>
              <a:off x="2686229" y="4257357"/>
              <a:ext cx="1744742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Educación superior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867F7547-021D-4AE2-AAFE-4E0153D53303}"/>
              </a:ext>
            </a:extLst>
          </p:cNvPr>
          <p:cNvGrpSpPr/>
          <p:nvPr/>
        </p:nvGrpSpPr>
        <p:grpSpPr>
          <a:xfrm>
            <a:off x="2291299" y="3551124"/>
            <a:ext cx="2476771" cy="506648"/>
            <a:chOff x="2265283" y="4952524"/>
            <a:chExt cx="2164741" cy="442819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B62D4FD7-A251-4C0A-A763-7E17CE522738}"/>
                </a:ext>
              </a:extLst>
            </p:cNvPr>
            <p:cNvSpPr/>
            <p:nvPr/>
          </p:nvSpPr>
          <p:spPr>
            <a:xfrm>
              <a:off x="2265283" y="4952524"/>
              <a:ext cx="2164741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388EC9CC-4F7F-4A29-8284-FC851F740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97404" y="5047933"/>
              <a:ext cx="252000" cy="252000"/>
            </a:xfrm>
            <a:prstGeom prst="rect">
              <a:avLst/>
            </a:prstGeom>
          </p:spPr>
        </p:pic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6E8DE057-E913-4634-BEE4-70161BAD7082}"/>
                </a:ext>
              </a:extLst>
            </p:cNvPr>
            <p:cNvSpPr/>
            <p:nvPr/>
          </p:nvSpPr>
          <p:spPr>
            <a:xfrm>
              <a:off x="2686229" y="4976642"/>
              <a:ext cx="1632501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Energía &amp; </a:t>
              </a:r>
              <a:r>
                <a:rPr lang="es-ES" sz="1600" err="1">
                  <a:solidFill>
                    <a:schemeClr val="tx1"/>
                  </a:solidFill>
                  <a:latin typeface="+mj-lt"/>
                </a:rPr>
                <a:t>Utilities</a:t>
              </a:r>
              <a:endParaRPr lang="es-ES" sz="160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B9438DBA-AC67-4C8B-9F77-52BC678133F9}"/>
              </a:ext>
            </a:extLst>
          </p:cNvPr>
          <p:cNvGrpSpPr/>
          <p:nvPr/>
        </p:nvGrpSpPr>
        <p:grpSpPr>
          <a:xfrm>
            <a:off x="4964778" y="3532098"/>
            <a:ext cx="2236240" cy="506648"/>
            <a:chOff x="5141612" y="2428143"/>
            <a:chExt cx="1954513" cy="442819"/>
          </a:xfrm>
        </p:grpSpPr>
        <p:sp>
          <p:nvSpPr>
            <p:cNvPr id="29" name="Rectángulo: esquinas redondeadas 28">
              <a:extLst>
                <a:ext uri="{FF2B5EF4-FFF2-40B4-BE49-F238E27FC236}">
                  <a16:creationId xmlns:a16="http://schemas.microsoft.com/office/drawing/2014/main" id="{91B3FC29-79D7-44C2-8CF1-E693062AC4DB}"/>
                </a:ext>
              </a:extLst>
            </p:cNvPr>
            <p:cNvSpPr/>
            <p:nvPr/>
          </p:nvSpPr>
          <p:spPr>
            <a:xfrm>
              <a:off x="5141612" y="2428143"/>
              <a:ext cx="1868788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30" name="Gráfico 29">
              <a:extLst>
                <a:ext uri="{FF2B5EF4-FFF2-40B4-BE49-F238E27FC236}">
                  <a16:creationId xmlns:a16="http://schemas.microsoft.com/office/drawing/2014/main" id="{66DB4D23-C4E1-48E9-AEC3-6CE0E5CA7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255494" y="2511557"/>
              <a:ext cx="252000" cy="252000"/>
            </a:xfrm>
            <a:prstGeom prst="rect">
              <a:avLst/>
            </a:prstGeom>
          </p:spPr>
        </p:pic>
        <p:sp>
          <p:nvSpPr>
            <p:cNvPr id="31" name="Rectángulo: esquinas redondeadas 30">
              <a:extLst>
                <a:ext uri="{FF2B5EF4-FFF2-40B4-BE49-F238E27FC236}">
                  <a16:creationId xmlns:a16="http://schemas.microsoft.com/office/drawing/2014/main" id="{EBB77FCE-A81B-424C-9A8A-3421A904DF8E}"/>
                </a:ext>
              </a:extLst>
            </p:cNvPr>
            <p:cNvSpPr/>
            <p:nvPr/>
          </p:nvSpPr>
          <p:spPr>
            <a:xfrm>
              <a:off x="5562559" y="2452261"/>
              <a:ext cx="1533566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Sector público</a:t>
              </a: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6A0CBC02-FC15-4736-B568-3559E747D81F}"/>
              </a:ext>
            </a:extLst>
          </p:cNvPr>
          <p:cNvGrpSpPr/>
          <p:nvPr/>
        </p:nvGrpSpPr>
        <p:grpSpPr>
          <a:xfrm>
            <a:off x="7342859" y="3532098"/>
            <a:ext cx="2823632" cy="506648"/>
            <a:chOff x="5141612" y="3057308"/>
            <a:chExt cx="2467903" cy="442819"/>
          </a:xfrm>
        </p:grpSpPr>
        <p:sp>
          <p:nvSpPr>
            <p:cNvPr id="33" name="Rectángulo: esquinas redondeadas 32">
              <a:extLst>
                <a:ext uri="{FF2B5EF4-FFF2-40B4-BE49-F238E27FC236}">
                  <a16:creationId xmlns:a16="http://schemas.microsoft.com/office/drawing/2014/main" id="{BAB0FA90-2756-45BD-B161-E06F17EF0ABC}"/>
                </a:ext>
              </a:extLst>
            </p:cNvPr>
            <p:cNvSpPr/>
            <p:nvPr/>
          </p:nvSpPr>
          <p:spPr>
            <a:xfrm>
              <a:off x="5141612" y="3057308"/>
              <a:ext cx="2297413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34" name="Gráfico 33">
              <a:extLst>
                <a:ext uri="{FF2B5EF4-FFF2-40B4-BE49-F238E27FC236}">
                  <a16:creationId xmlns:a16="http://schemas.microsoft.com/office/drawing/2014/main" id="{5D7001FD-E0D3-4EA0-8555-3F2B05DF7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255494" y="3146020"/>
              <a:ext cx="252000" cy="252000"/>
            </a:xfrm>
            <a:prstGeom prst="rect">
              <a:avLst/>
            </a:prstGeom>
          </p:spPr>
        </p:pic>
        <p:sp>
          <p:nvSpPr>
            <p:cNvPr id="35" name="Rectángulo: esquinas redondeadas 34">
              <a:extLst>
                <a:ext uri="{FF2B5EF4-FFF2-40B4-BE49-F238E27FC236}">
                  <a16:creationId xmlns:a16="http://schemas.microsoft.com/office/drawing/2014/main" id="{596C15C9-F03B-4450-8DB9-FE07F5FC01A6}"/>
                </a:ext>
              </a:extLst>
            </p:cNvPr>
            <p:cNvSpPr/>
            <p:nvPr/>
          </p:nvSpPr>
          <p:spPr>
            <a:xfrm>
              <a:off x="5562559" y="3081426"/>
              <a:ext cx="2046956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 err="1">
                  <a:solidFill>
                    <a:schemeClr val="tx1"/>
                  </a:solidFill>
                  <a:latin typeface="+mj-lt"/>
                </a:rPr>
                <a:t>Retail</a:t>
              </a:r>
              <a:r>
                <a:rPr lang="es-ES" sz="1600">
                  <a:solidFill>
                    <a:schemeClr val="tx1"/>
                  </a:solidFill>
                  <a:latin typeface="+mj-lt"/>
                </a:rPr>
                <a:t> &amp; </a:t>
              </a:r>
              <a:r>
                <a:rPr lang="es-ES" sz="1600" err="1">
                  <a:solidFill>
                    <a:schemeClr val="tx1"/>
                  </a:solidFill>
                  <a:latin typeface="+mj-lt"/>
                </a:rPr>
                <a:t>Ecommerce</a:t>
              </a:r>
              <a:endParaRPr lang="es-ES" sz="160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727C3C8A-9F82-44AE-BC18-1CA19F63527D}"/>
              </a:ext>
            </a:extLst>
          </p:cNvPr>
          <p:cNvGrpSpPr/>
          <p:nvPr/>
        </p:nvGrpSpPr>
        <p:grpSpPr>
          <a:xfrm>
            <a:off x="4167703" y="4361656"/>
            <a:ext cx="1903276" cy="506648"/>
            <a:chOff x="5144637" y="3685856"/>
            <a:chExt cx="1663496" cy="442819"/>
          </a:xfrm>
        </p:grpSpPr>
        <p:sp>
          <p:nvSpPr>
            <p:cNvPr id="37" name="Rectángulo: esquinas redondeadas 36">
              <a:extLst>
                <a:ext uri="{FF2B5EF4-FFF2-40B4-BE49-F238E27FC236}">
                  <a16:creationId xmlns:a16="http://schemas.microsoft.com/office/drawing/2014/main" id="{E5112A7D-DBE3-4FE1-9C11-6403ACC434FD}"/>
                </a:ext>
              </a:extLst>
            </p:cNvPr>
            <p:cNvSpPr/>
            <p:nvPr/>
          </p:nvSpPr>
          <p:spPr>
            <a:xfrm>
              <a:off x="5144637" y="3685856"/>
              <a:ext cx="1411588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6136B871-7AAC-44B9-B173-1252AC179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255494" y="3792973"/>
              <a:ext cx="252000" cy="252000"/>
            </a:xfrm>
            <a:prstGeom prst="rect">
              <a:avLst/>
            </a:prstGeom>
          </p:spPr>
        </p:pic>
        <p:sp>
          <p:nvSpPr>
            <p:cNvPr id="39" name="Rectángulo: esquinas redondeadas 38">
              <a:extLst>
                <a:ext uri="{FF2B5EF4-FFF2-40B4-BE49-F238E27FC236}">
                  <a16:creationId xmlns:a16="http://schemas.microsoft.com/office/drawing/2014/main" id="{97455304-939A-466D-9272-A26EF21087EF}"/>
                </a:ext>
              </a:extLst>
            </p:cNvPr>
            <p:cNvSpPr/>
            <p:nvPr/>
          </p:nvSpPr>
          <p:spPr>
            <a:xfrm>
              <a:off x="5565583" y="3709974"/>
              <a:ext cx="1242550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Seguros</a:t>
              </a:r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D054BBA4-6148-418E-ADB0-A3F29CBF5EC1}"/>
              </a:ext>
            </a:extLst>
          </p:cNvPr>
          <p:cNvGrpSpPr/>
          <p:nvPr/>
        </p:nvGrpSpPr>
        <p:grpSpPr>
          <a:xfrm>
            <a:off x="6010325" y="4361656"/>
            <a:ext cx="1495179" cy="506648"/>
            <a:chOff x="5141613" y="4257357"/>
            <a:chExt cx="1306812" cy="442819"/>
          </a:xfrm>
        </p:grpSpPr>
        <p:sp>
          <p:nvSpPr>
            <p:cNvPr id="41" name="Rectángulo: esquinas redondeadas 40">
              <a:extLst>
                <a:ext uri="{FF2B5EF4-FFF2-40B4-BE49-F238E27FC236}">
                  <a16:creationId xmlns:a16="http://schemas.microsoft.com/office/drawing/2014/main" id="{E30E0FF9-4563-4557-B124-F8A2647938CB}"/>
                </a:ext>
              </a:extLst>
            </p:cNvPr>
            <p:cNvSpPr/>
            <p:nvPr/>
          </p:nvSpPr>
          <p:spPr>
            <a:xfrm>
              <a:off x="5141613" y="4257357"/>
              <a:ext cx="1306812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42" name="Gráfico 41">
              <a:extLst>
                <a:ext uri="{FF2B5EF4-FFF2-40B4-BE49-F238E27FC236}">
                  <a16:creationId xmlns:a16="http://schemas.microsoft.com/office/drawing/2014/main" id="{4C8F530A-C12B-4707-B611-34AD3C7F1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255494" y="4348094"/>
              <a:ext cx="252000" cy="252000"/>
            </a:xfrm>
            <a:prstGeom prst="rect">
              <a:avLst/>
            </a:prstGeom>
          </p:spPr>
        </p:pic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E1463631-481B-481B-A737-CC950567780A}"/>
                </a:ext>
              </a:extLst>
            </p:cNvPr>
            <p:cNvSpPr/>
            <p:nvPr/>
          </p:nvSpPr>
          <p:spPr>
            <a:xfrm>
              <a:off x="5562559" y="4281475"/>
              <a:ext cx="885866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 err="1">
                  <a:solidFill>
                    <a:schemeClr val="tx1"/>
                  </a:solidFill>
                  <a:latin typeface="+mj-lt"/>
                </a:rPr>
                <a:t>Telcos</a:t>
              </a:r>
              <a:endParaRPr lang="es-ES" sz="1600">
                <a:solidFill>
                  <a:schemeClr val="tx1"/>
                </a:solidFill>
                <a:latin typeface="+mj-lt"/>
              </a:endParaRPr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74DB011F-62C7-4C47-8A02-633758F34FD7}"/>
              </a:ext>
            </a:extLst>
          </p:cNvPr>
          <p:cNvGrpSpPr/>
          <p:nvPr/>
        </p:nvGrpSpPr>
        <p:grpSpPr>
          <a:xfrm>
            <a:off x="7727163" y="4361656"/>
            <a:ext cx="1615056" cy="506648"/>
            <a:chOff x="5141613" y="4976642"/>
            <a:chExt cx="1411587" cy="442819"/>
          </a:xfrm>
        </p:grpSpPr>
        <p:sp>
          <p:nvSpPr>
            <p:cNvPr id="45" name="Rectángulo: esquinas redondeadas 44">
              <a:extLst>
                <a:ext uri="{FF2B5EF4-FFF2-40B4-BE49-F238E27FC236}">
                  <a16:creationId xmlns:a16="http://schemas.microsoft.com/office/drawing/2014/main" id="{45B295C1-B5C5-47BA-9BDE-127AD07E1651}"/>
                </a:ext>
              </a:extLst>
            </p:cNvPr>
            <p:cNvSpPr/>
            <p:nvPr/>
          </p:nvSpPr>
          <p:spPr>
            <a:xfrm>
              <a:off x="5141613" y="4976642"/>
              <a:ext cx="1411587" cy="442819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pic>
          <p:nvPicPr>
            <p:cNvPr id="46" name="Gráfico 45">
              <a:extLst>
                <a:ext uri="{FF2B5EF4-FFF2-40B4-BE49-F238E27FC236}">
                  <a16:creationId xmlns:a16="http://schemas.microsoft.com/office/drawing/2014/main" id="{33FBE03F-936C-48F0-BB3D-3BC450763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255494" y="5072051"/>
              <a:ext cx="252000" cy="252000"/>
            </a:xfrm>
            <a:prstGeom prst="rect">
              <a:avLst/>
            </a:prstGeom>
          </p:spPr>
        </p:pic>
        <p:sp>
          <p:nvSpPr>
            <p:cNvPr id="47" name="Rectángulo: esquinas redondeadas 46">
              <a:extLst>
                <a:ext uri="{FF2B5EF4-FFF2-40B4-BE49-F238E27FC236}">
                  <a16:creationId xmlns:a16="http://schemas.microsoft.com/office/drawing/2014/main" id="{655CD315-FD2E-442F-B21B-382C42CAE046}"/>
                </a:ext>
              </a:extLst>
            </p:cNvPr>
            <p:cNvSpPr/>
            <p:nvPr/>
          </p:nvSpPr>
          <p:spPr>
            <a:xfrm>
              <a:off x="5562559" y="5000760"/>
              <a:ext cx="990641" cy="394583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Turismo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C5D1A466-6485-43A8-8F44-FE0ECB984A6F}"/>
              </a:ext>
            </a:extLst>
          </p:cNvPr>
          <p:cNvGrpSpPr/>
          <p:nvPr/>
        </p:nvGrpSpPr>
        <p:grpSpPr>
          <a:xfrm>
            <a:off x="3641575" y="5136025"/>
            <a:ext cx="1287997" cy="506648"/>
            <a:chOff x="4494763" y="5668244"/>
            <a:chExt cx="1287997" cy="506648"/>
          </a:xfrm>
        </p:grpSpPr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D0D61EB1-CE2B-475B-8ECB-0CD26CE6E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635773" y="5777568"/>
              <a:ext cx="288000" cy="288000"/>
            </a:xfrm>
            <a:prstGeom prst="rect">
              <a:avLst/>
            </a:prstGeom>
          </p:spPr>
        </p:pic>
        <p:sp>
          <p:nvSpPr>
            <p:cNvPr id="53" name="Rectángulo: esquinas redondeadas 52">
              <a:extLst>
                <a:ext uri="{FF2B5EF4-FFF2-40B4-BE49-F238E27FC236}">
                  <a16:creationId xmlns:a16="http://schemas.microsoft.com/office/drawing/2014/main" id="{A080E123-332B-4E24-AF38-0637F4ECDA42}"/>
                </a:ext>
              </a:extLst>
            </p:cNvPr>
            <p:cNvSpPr/>
            <p:nvPr/>
          </p:nvSpPr>
          <p:spPr>
            <a:xfrm>
              <a:off x="4494763" y="5668244"/>
              <a:ext cx="1287997" cy="506648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55" name="Rectángulo: esquinas redondeadas 54">
              <a:extLst>
                <a:ext uri="{FF2B5EF4-FFF2-40B4-BE49-F238E27FC236}">
                  <a16:creationId xmlns:a16="http://schemas.microsoft.com/office/drawing/2014/main" id="{C8510467-F22E-4E6D-8CFD-34B10225A2FD}"/>
                </a:ext>
              </a:extLst>
            </p:cNvPr>
            <p:cNvSpPr/>
            <p:nvPr/>
          </p:nvSpPr>
          <p:spPr>
            <a:xfrm>
              <a:off x="4976385" y="5695839"/>
              <a:ext cx="720080" cy="451459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Salud</a:t>
              </a:r>
            </a:p>
          </p:txBody>
        </p:sp>
      </p:grpSp>
      <p:grpSp>
        <p:nvGrpSpPr>
          <p:cNvPr id="65" name="Grupo 64">
            <a:extLst>
              <a:ext uri="{FF2B5EF4-FFF2-40B4-BE49-F238E27FC236}">
                <a16:creationId xmlns:a16="http://schemas.microsoft.com/office/drawing/2014/main" id="{D3419BDC-E031-4FC0-8F47-BA9EFE5B49E7}"/>
              </a:ext>
            </a:extLst>
          </p:cNvPr>
          <p:cNvGrpSpPr/>
          <p:nvPr/>
        </p:nvGrpSpPr>
        <p:grpSpPr>
          <a:xfrm>
            <a:off x="5145135" y="5144299"/>
            <a:ext cx="1615057" cy="506648"/>
            <a:chOff x="6258606" y="5633568"/>
            <a:chExt cx="1615057" cy="506648"/>
          </a:xfrm>
        </p:grpSpPr>
        <p:sp>
          <p:nvSpPr>
            <p:cNvPr id="57" name="Rectángulo: esquinas redondeadas 56">
              <a:extLst>
                <a:ext uri="{FF2B5EF4-FFF2-40B4-BE49-F238E27FC236}">
                  <a16:creationId xmlns:a16="http://schemas.microsoft.com/office/drawing/2014/main" id="{C55CA849-DE16-4530-B82E-11C565F1828D}"/>
                </a:ext>
              </a:extLst>
            </p:cNvPr>
            <p:cNvSpPr/>
            <p:nvPr/>
          </p:nvSpPr>
          <p:spPr>
            <a:xfrm>
              <a:off x="6258606" y="5633568"/>
              <a:ext cx="1615057" cy="506648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59" name="Rectángulo: esquinas redondeadas 58">
              <a:extLst>
                <a:ext uri="{FF2B5EF4-FFF2-40B4-BE49-F238E27FC236}">
                  <a16:creationId xmlns:a16="http://schemas.microsoft.com/office/drawing/2014/main" id="{1A623DF1-4697-45C0-991F-8A344D04A39E}"/>
                </a:ext>
              </a:extLst>
            </p:cNvPr>
            <p:cNvSpPr/>
            <p:nvPr/>
          </p:nvSpPr>
          <p:spPr>
            <a:xfrm>
              <a:off x="6740228" y="5661163"/>
              <a:ext cx="1133435" cy="451459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Logística</a:t>
              </a:r>
            </a:p>
          </p:txBody>
        </p:sp>
        <p:pic>
          <p:nvPicPr>
            <p:cNvPr id="61" name="Gráfico 60">
              <a:extLst>
                <a:ext uri="{FF2B5EF4-FFF2-40B4-BE49-F238E27FC236}">
                  <a16:creationId xmlns:a16="http://schemas.microsoft.com/office/drawing/2014/main" id="{79A9C5D3-00A5-4D7D-84FC-C92B1170A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416799" y="5742892"/>
              <a:ext cx="288000" cy="288000"/>
            </a:xfrm>
            <a:prstGeom prst="rect">
              <a:avLst/>
            </a:prstGeom>
          </p:spPr>
        </p:pic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B66754C7-5634-4AB4-92DE-046DE6076B77}"/>
              </a:ext>
            </a:extLst>
          </p:cNvPr>
          <p:cNvGrpSpPr/>
          <p:nvPr/>
        </p:nvGrpSpPr>
        <p:grpSpPr>
          <a:xfrm>
            <a:off x="6983709" y="5131506"/>
            <a:ext cx="1984677" cy="506648"/>
            <a:chOff x="8229244" y="5633568"/>
            <a:chExt cx="1700590" cy="506648"/>
          </a:xfrm>
        </p:grpSpPr>
        <p:sp>
          <p:nvSpPr>
            <p:cNvPr id="62" name="Rectángulo: esquinas redondeadas 61">
              <a:extLst>
                <a:ext uri="{FF2B5EF4-FFF2-40B4-BE49-F238E27FC236}">
                  <a16:creationId xmlns:a16="http://schemas.microsoft.com/office/drawing/2014/main" id="{E81A1BB0-6A3C-4AA9-9FB5-B8456186AE5F}"/>
                </a:ext>
              </a:extLst>
            </p:cNvPr>
            <p:cNvSpPr/>
            <p:nvPr/>
          </p:nvSpPr>
          <p:spPr>
            <a:xfrm>
              <a:off x="8229244" y="5633568"/>
              <a:ext cx="1700590" cy="506648"/>
            </a:xfrm>
            <a:prstGeom prst="roundRect">
              <a:avLst/>
            </a:prstGeom>
            <a:solidFill>
              <a:srgbClr val="011E23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  <p:sp>
          <p:nvSpPr>
            <p:cNvPr id="63" name="Rectángulo: esquinas redondeadas 62">
              <a:extLst>
                <a:ext uri="{FF2B5EF4-FFF2-40B4-BE49-F238E27FC236}">
                  <a16:creationId xmlns:a16="http://schemas.microsoft.com/office/drawing/2014/main" id="{597B1D79-5ED5-4F5D-845D-CD5891E97E5B}"/>
                </a:ext>
              </a:extLst>
            </p:cNvPr>
            <p:cNvSpPr/>
            <p:nvPr/>
          </p:nvSpPr>
          <p:spPr>
            <a:xfrm>
              <a:off x="8710866" y="5661163"/>
              <a:ext cx="1133435" cy="451459"/>
            </a:xfrm>
            <a:prstGeom prst="roundRect">
              <a:avLst>
                <a:gd name="adj" fmla="val 0"/>
              </a:avLst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600">
                  <a:solidFill>
                    <a:schemeClr val="tx1"/>
                  </a:solidFill>
                  <a:latin typeface="+mj-lt"/>
                </a:rPr>
                <a:t>Real Estate</a:t>
              </a:r>
            </a:p>
          </p:txBody>
        </p:sp>
        <p:pic>
          <p:nvPicPr>
            <p:cNvPr id="67" name="Gráfico 66">
              <a:extLst>
                <a:ext uri="{FF2B5EF4-FFF2-40B4-BE49-F238E27FC236}">
                  <a16:creationId xmlns:a16="http://schemas.microsoft.com/office/drawing/2014/main" id="{9A53A8B2-091C-4A7A-9F23-DB4ED7B08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8390691" y="5742892"/>
              <a:ext cx="288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7426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Elipse 48">
            <a:extLst>
              <a:ext uri="{FF2B5EF4-FFF2-40B4-BE49-F238E27FC236}">
                <a16:creationId xmlns:a16="http://schemas.microsoft.com/office/drawing/2014/main" id="{D17FA2FB-571C-47CA-B423-BCBD9810A405}"/>
              </a:ext>
            </a:extLst>
          </p:cNvPr>
          <p:cNvSpPr/>
          <p:nvPr/>
        </p:nvSpPr>
        <p:spPr>
          <a:xfrm>
            <a:off x="4564677" y="2938837"/>
            <a:ext cx="3346951" cy="3346951"/>
          </a:xfrm>
          <a:prstGeom prst="ellipse">
            <a:avLst/>
          </a:prstGeom>
          <a:gradFill flip="none" rotWithShape="1">
            <a:gsLst>
              <a:gs pos="2721">
                <a:schemeClr val="accent3">
                  <a:alpha val="26000"/>
                </a:schemeClr>
              </a:gs>
              <a:gs pos="25000">
                <a:schemeClr val="accent3">
                  <a:alpha val="20000"/>
                </a:schemeClr>
              </a:gs>
              <a:gs pos="68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5027F143-4187-47BB-9088-4A6105254DD4}"/>
              </a:ext>
            </a:extLst>
          </p:cNvPr>
          <p:cNvGrpSpPr/>
          <p:nvPr/>
        </p:nvGrpSpPr>
        <p:grpSpPr>
          <a:xfrm>
            <a:off x="2817008" y="1646266"/>
            <a:ext cx="6729434" cy="4848225"/>
            <a:chOff x="2809875" y="1790359"/>
            <a:chExt cx="6729434" cy="4848225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0179E910-1E86-4946-82A9-4E8FBFE539F8}"/>
                </a:ext>
              </a:extLst>
            </p:cNvPr>
            <p:cNvSpPr/>
            <p:nvPr/>
          </p:nvSpPr>
          <p:spPr>
            <a:xfrm>
              <a:off x="5081609" y="2180884"/>
              <a:ext cx="4457700" cy="4457700"/>
            </a:xfrm>
            <a:prstGeom prst="ellipse">
              <a:avLst/>
            </a:prstGeom>
            <a:gradFill flip="none" rotWithShape="1">
              <a:gsLst>
                <a:gs pos="2721">
                  <a:schemeClr val="accent3">
                    <a:alpha val="26000"/>
                  </a:schemeClr>
                </a:gs>
                <a:gs pos="25000">
                  <a:schemeClr val="accent3">
                    <a:alpha val="20000"/>
                  </a:schemeClr>
                </a:gs>
                <a:gs pos="68000">
                  <a:schemeClr val="accent3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0912A2DE-86AC-4131-8CD4-7C3355845C5A}"/>
                </a:ext>
              </a:extLst>
            </p:cNvPr>
            <p:cNvSpPr/>
            <p:nvPr/>
          </p:nvSpPr>
          <p:spPr>
            <a:xfrm>
              <a:off x="2809875" y="1790359"/>
              <a:ext cx="4848225" cy="4848225"/>
            </a:xfrm>
            <a:prstGeom prst="ellipse">
              <a:avLst/>
            </a:prstGeom>
            <a:gradFill flip="none" rotWithShape="1">
              <a:gsLst>
                <a:gs pos="2721">
                  <a:schemeClr val="accent1">
                    <a:alpha val="26000"/>
                  </a:schemeClr>
                </a:gs>
                <a:gs pos="25000">
                  <a:schemeClr val="accent1">
                    <a:alpha val="20000"/>
                  </a:schemeClr>
                </a:gs>
                <a:gs pos="68000">
                  <a:schemeClr val="accent1">
                    <a:shade val="100000"/>
                    <a:satMod val="115000"/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65D120AC-9391-449F-A627-537910EE80D2}"/>
              </a:ext>
            </a:extLst>
          </p:cNvPr>
          <p:cNvSpPr txBox="1">
            <a:spLocks/>
          </p:cNvSpPr>
          <p:nvPr/>
        </p:nvSpPr>
        <p:spPr>
          <a:xfrm>
            <a:off x="1044270" y="646341"/>
            <a:ext cx="3117533" cy="93394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spc="-150"/>
              <a:t>Clientes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6C35228-B62E-4908-98A8-A989EA2C01FD}"/>
              </a:ext>
            </a:extLst>
          </p:cNvPr>
          <p:cNvSpPr txBox="1">
            <a:spLocks/>
          </p:cNvSpPr>
          <p:nvPr/>
        </p:nvSpPr>
        <p:spPr>
          <a:xfrm>
            <a:off x="7598187" y="422918"/>
            <a:ext cx="3341837" cy="1190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s-ES" sz="2400"/>
              <a:t>Tenemos amplia </a:t>
            </a:r>
            <a:r>
              <a:rPr lang="es-ES" sz="2400">
                <a:solidFill>
                  <a:schemeClr val="accent6"/>
                </a:solidFill>
              </a:rPr>
              <a:t>experiencia</a:t>
            </a:r>
            <a:r>
              <a:rPr lang="es-ES" sz="2400"/>
              <a:t> 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ACF9463-C53D-4893-8DF0-4C0F76307240}"/>
              </a:ext>
            </a:extLst>
          </p:cNvPr>
          <p:cNvCxnSpPr>
            <a:cxnSpLocks/>
          </p:cNvCxnSpPr>
          <p:nvPr/>
        </p:nvCxnSpPr>
        <p:spPr>
          <a:xfrm flipH="1">
            <a:off x="969472" y="1613274"/>
            <a:ext cx="10253056" cy="0"/>
          </a:xfrm>
          <a:prstGeom prst="line">
            <a:avLst/>
          </a:prstGeom>
          <a:ln w="127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Imagen 49" descr="Logotipo&#10;&#10;Descripción generada automáticamente">
            <a:extLst>
              <a:ext uri="{FF2B5EF4-FFF2-40B4-BE49-F238E27FC236}">
                <a16:creationId xmlns:a16="http://schemas.microsoft.com/office/drawing/2014/main" id="{6B285D35-9645-46CF-9923-D996D1E84C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6" t="13499" b="14581"/>
          <a:stretch/>
        </p:blipFill>
        <p:spPr>
          <a:xfrm>
            <a:off x="2395217" y="2600606"/>
            <a:ext cx="1295467" cy="544471"/>
          </a:xfrm>
          <a:prstGeom prst="rect">
            <a:avLst/>
          </a:prstGeom>
        </p:spPr>
      </p:pic>
      <p:pic>
        <p:nvPicPr>
          <p:cNvPr id="52" name="Imagen 51" descr="Logotipo&#10;&#10;Descripción generada automáticamente">
            <a:extLst>
              <a:ext uri="{FF2B5EF4-FFF2-40B4-BE49-F238E27FC236}">
                <a16:creationId xmlns:a16="http://schemas.microsoft.com/office/drawing/2014/main" id="{73E31D64-6DAC-4201-95C6-AA8AA7D17DB4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475" y="2787253"/>
            <a:ext cx="1689425" cy="324000"/>
          </a:xfrm>
          <a:prstGeom prst="rect">
            <a:avLst/>
          </a:prstGeom>
        </p:spPr>
      </p:pic>
      <p:pic>
        <p:nvPicPr>
          <p:cNvPr id="53" name="Imagen 52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7970CE7D-7B15-4FEC-BC12-564E579FE0CB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78" y="3837301"/>
            <a:ext cx="993639" cy="432000"/>
          </a:xfrm>
          <a:prstGeom prst="rect">
            <a:avLst/>
          </a:prstGeom>
        </p:spPr>
      </p:pic>
      <p:pic>
        <p:nvPicPr>
          <p:cNvPr id="54" name="Imagen 53" descr="Icono&#10;&#10;Descripción generada automáticamente">
            <a:extLst>
              <a:ext uri="{FF2B5EF4-FFF2-40B4-BE49-F238E27FC236}">
                <a16:creationId xmlns:a16="http://schemas.microsoft.com/office/drawing/2014/main" id="{585B2471-33C7-42AD-82A4-A29BFA7243A1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0173" y="2704563"/>
            <a:ext cx="979796" cy="396000"/>
          </a:xfrm>
          <a:prstGeom prst="rect">
            <a:avLst/>
          </a:prstGeom>
        </p:spPr>
      </p:pic>
      <p:pic>
        <p:nvPicPr>
          <p:cNvPr id="55" name="Imagen 54" descr="Logotipo&#10;&#10;Descripción generada automáticamente">
            <a:extLst>
              <a:ext uri="{FF2B5EF4-FFF2-40B4-BE49-F238E27FC236}">
                <a16:creationId xmlns:a16="http://schemas.microsoft.com/office/drawing/2014/main" id="{7A1E02A8-11D0-4B92-99EC-5EE6CD3A1065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6709" y="3772385"/>
            <a:ext cx="883790" cy="634878"/>
          </a:xfrm>
          <a:prstGeom prst="rect">
            <a:avLst/>
          </a:prstGeom>
        </p:spPr>
      </p:pic>
      <p:pic>
        <p:nvPicPr>
          <p:cNvPr id="56" name="Imagen 55" descr="Logotipo&#10;&#10;Descripción generada automáticamente">
            <a:extLst>
              <a:ext uri="{FF2B5EF4-FFF2-40B4-BE49-F238E27FC236}">
                <a16:creationId xmlns:a16="http://schemas.microsoft.com/office/drawing/2014/main" id="{E3BBBA2B-4DE6-4880-8B6C-16A05E9F9C02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70" y="3834068"/>
            <a:ext cx="1167297" cy="518137"/>
          </a:xfrm>
          <a:prstGeom prst="rect">
            <a:avLst/>
          </a:prstGeom>
        </p:spPr>
      </p:pic>
      <p:pic>
        <p:nvPicPr>
          <p:cNvPr id="57" name="Picture 2" descr="Tarifas Masmovil: Todo lo que Necesitas Saber">
            <a:extLst>
              <a:ext uri="{FF2B5EF4-FFF2-40B4-BE49-F238E27FC236}">
                <a16:creationId xmlns:a16="http://schemas.microsoft.com/office/drawing/2014/main" id="{AD71BCD9-887B-499D-B2ED-1411D2AF7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grayscl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991" y="3924151"/>
            <a:ext cx="1468392" cy="32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4" descr="Datos Abiertos de México - SAT - Instituciones">
            <a:extLst>
              <a:ext uri="{FF2B5EF4-FFF2-40B4-BE49-F238E27FC236}">
                <a16:creationId xmlns:a16="http://schemas.microsoft.com/office/drawing/2014/main" id="{29A3DCF9-4F4E-4AD0-B808-E4248B8D9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957" y="4722833"/>
            <a:ext cx="822461" cy="972000"/>
          </a:xfrm>
          <a:prstGeom prst="rect">
            <a:avLst/>
          </a:prstGeom>
          <a:noFill/>
        </p:spPr>
      </p:pic>
      <p:pic>
        <p:nvPicPr>
          <p:cNvPr id="59" name="Imagen 58" descr="Forma&#10;&#10;Descripción generada automáticamente con confianza media">
            <a:extLst>
              <a:ext uri="{FF2B5EF4-FFF2-40B4-BE49-F238E27FC236}">
                <a16:creationId xmlns:a16="http://schemas.microsoft.com/office/drawing/2014/main" id="{4C4D0061-6500-4944-B3CE-C1DE0967D143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725" y="2781653"/>
            <a:ext cx="1692586" cy="282318"/>
          </a:xfrm>
          <a:prstGeom prst="rect">
            <a:avLst/>
          </a:prstGeom>
        </p:spPr>
      </p:pic>
      <p:pic>
        <p:nvPicPr>
          <p:cNvPr id="60" name="Picture 6" descr="izzi - Wikipedia, la enciclopedia libre">
            <a:extLst>
              <a:ext uri="{FF2B5EF4-FFF2-40B4-BE49-F238E27FC236}">
                <a16:creationId xmlns:a16="http://schemas.microsoft.com/office/drawing/2014/main" id="{C906474E-FC57-480C-A31D-4570573AE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grayscl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15" y="4992726"/>
            <a:ext cx="1217207" cy="504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837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Elipse 48">
            <a:extLst>
              <a:ext uri="{FF2B5EF4-FFF2-40B4-BE49-F238E27FC236}">
                <a16:creationId xmlns:a16="http://schemas.microsoft.com/office/drawing/2014/main" id="{D17FA2FB-571C-47CA-B423-BCBD9810A405}"/>
              </a:ext>
            </a:extLst>
          </p:cNvPr>
          <p:cNvSpPr/>
          <p:nvPr/>
        </p:nvSpPr>
        <p:spPr>
          <a:xfrm>
            <a:off x="4564677" y="2938837"/>
            <a:ext cx="3346951" cy="3346951"/>
          </a:xfrm>
          <a:prstGeom prst="ellipse">
            <a:avLst/>
          </a:prstGeom>
          <a:gradFill flip="none" rotWithShape="1">
            <a:gsLst>
              <a:gs pos="2721">
                <a:schemeClr val="accent3">
                  <a:alpha val="26000"/>
                </a:schemeClr>
              </a:gs>
              <a:gs pos="25000">
                <a:schemeClr val="accent3">
                  <a:alpha val="20000"/>
                </a:schemeClr>
              </a:gs>
              <a:gs pos="68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5027F143-4187-47BB-9088-4A6105254DD4}"/>
              </a:ext>
            </a:extLst>
          </p:cNvPr>
          <p:cNvGrpSpPr/>
          <p:nvPr/>
        </p:nvGrpSpPr>
        <p:grpSpPr>
          <a:xfrm>
            <a:off x="2817008" y="1646266"/>
            <a:ext cx="6729434" cy="4848225"/>
            <a:chOff x="2809875" y="1790359"/>
            <a:chExt cx="6729434" cy="4848225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0179E910-1E86-4946-82A9-4E8FBFE539F8}"/>
                </a:ext>
              </a:extLst>
            </p:cNvPr>
            <p:cNvSpPr/>
            <p:nvPr/>
          </p:nvSpPr>
          <p:spPr>
            <a:xfrm>
              <a:off x="5081609" y="2180884"/>
              <a:ext cx="4457700" cy="4457700"/>
            </a:xfrm>
            <a:prstGeom prst="ellipse">
              <a:avLst/>
            </a:prstGeom>
            <a:gradFill flip="none" rotWithShape="1">
              <a:gsLst>
                <a:gs pos="2721">
                  <a:schemeClr val="accent3">
                    <a:alpha val="26000"/>
                  </a:schemeClr>
                </a:gs>
                <a:gs pos="25000">
                  <a:schemeClr val="accent3">
                    <a:alpha val="20000"/>
                  </a:schemeClr>
                </a:gs>
                <a:gs pos="68000">
                  <a:schemeClr val="accent3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0912A2DE-86AC-4131-8CD4-7C3355845C5A}"/>
                </a:ext>
              </a:extLst>
            </p:cNvPr>
            <p:cNvSpPr/>
            <p:nvPr/>
          </p:nvSpPr>
          <p:spPr>
            <a:xfrm>
              <a:off x="2809875" y="1790359"/>
              <a:ext cx="4848225" cy="4848225"/>
            </a:xfrm>
            <a:prstGeom prst="ellipse">
              <a:avLst/>
            </a:prstGeom>
            <a:gradFill flip="none" rotWithShape="1">
              <a:gsLst>
                <a:gs pos="2721">
                  <a:schemeClr val="accent1">
                    <a:alpha val="26000"/>
                  </a:schemeClr>
                </a:gs>
                <a:gs pos="25000">
                  <a:schemeClr val="accent1">
                    <a:alpha val="20000"/>
                  </a:schemeClr>
                </a:gs>
                <a:gs pos="68000">
                  <a:schemeClr val="accent1">
                    <a:shade val="100000"/>
                    <a:satMod val="115000"/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ACF9463-C53D-4893-8DF0-4C0F76307240}"/>
              </a:ext>
            </a:extLst>
          </p:cNvPr>
          <p:cNvCxnSpPr>
            <a:cxnSpLocks/>
          </p:cNvCxnSpPr>
          <p:nvPr/>
        </p:nvCxnSpPr>
        <p:spPr>
          <a:xfrm flipH="1">
            <a:off x="969472" y="1613274"/>
            <a:ext cx="10253056" cy="0"/>
          </a:xfrm>
          <a:prstGeom prst="line">
            <a:avLst/>
          </a:prstGeom>
          <a:ln w="127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áfico 18">
            <a:extLst>
              <a:ext uri="{FF2B5EF4-FFF2-40B4-BE49-F238E27FC236}">
                <a16:creationId xmlns:a16="http://schemas.microsoft.com/office/drawing/2014/main" id="{DFD4D7A4-4159-4589-87B4-2EE297AB40F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5033" y="2575625"/>
            <a:ext cx="1587600" cy="324000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D9141CA4-983C-4C8A-9E78-AFBD58EE7E92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7063" y="2593625"/>
            <a:ext cx="1483288" cy="288000"/>
          </a:xfrm>
          <a:prstGeom prst="rect">
            <a:avLst/>
          </a:prstGeom>
        </p:spPr>
      </p:pic>
      <p:pic>
        <p:nvPicPr>
          <p:cNvPr id="21" name="Imagen 20" descr="Logotipo&#10;&#10;Descripción generada automáticamente">
            <a:extLst>
              <a:ext uri="{FF2B5EF4-FFF2-40B4-BE49-F238E27FC236}">
                <a16:creationId xmlns:a16="http://schemas.microsoft.com/office/drawing/2014/main" id="{1B55F0F8-A724-4AEF-A175-48085B3ECAE6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713" y="2543185"/>
            <a:ext cx="1390546" cy="388881"/>
          </a:xfrm>
          <a:prstGeom prst="rect">
            <a:avLst/>
          </a:prstGeom>
        </p:spPr>
      </p:pic>
      <p:pic>
        <p:nvPicPr>
          <p:cNvPr id="24" name="Imagen 23" descr="Icono&#10;&#10;Descripción generada automáticamente con confianza media">
            <a:extLst>
              <a:ext uri="{FF2B5EF4-FFF2-40B4-BE49-F238E27FC236}">
                <a16:creationId xmlns:a16="http://schemas.microsoft.com/office/drawing/2014/main" id="{B8C62DFB-DFA9-4913-9048-022DC484BC19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531" y="2585130"/>
            <a:ext cx="1167055" cy="304990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4DA6FB5F-7CD9-4681-A3AD-A95FE26FCF82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15939" y="3570161"/>
            <a:ext cx="1125536" cy="268778"/>
          </a:xfrm>
          <a:prstGeom prst="rect">
            <a:avLst/>
          </a:prstGeom>
        </p:spPr>
      </p:pic>
      <p:pic>
        <p:nvPicPr>
          <p:cNvPr id="27" name="Imagen 26" descr="Logotipo&#10;&#10;Descripción generada automáticamente">
            <a:extLst>
              <a:ext uri="{FF2B5EF4-FFF2-40B4-BE49-F238E27FC236}">
                <a16:creationId xmlns:a16="http://schemas.microsoft.com/office/drawing/2014/main" id="{F3AEA9EE-6EAE-42AE-B8D8-1C0C53D125F2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446" y="4426194"/>
            <a:ext cx="1711224" cy="576000"/>
          </a:xfrm>
          <a:prstGeom prst="rect">
            <a:avLst/>
          </a:prstGeom>
        </p:spPr>
      </p:pic>
      <p:pic>
        <p:nvPicPr>
          <p:cNvPr id="28" name="Imagen 27" descr="Logotipo&#10;&#10;Descripción generada automáticamente">
            <a:extLst>
              <a:ext uri="{FF2B5EF4-FFF2-40B4-BE49-F238E27FC236}">
                <a16:creationId xmlns:a16="http://schemas.microsoft.com/office/drawing/2014/main" id="{27E37CE7-3941-49C1-AB5F-7D45B83E39D9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484" y="4462194"/>
            <a:ext cx="1593853" cy="504000"/>
          </a:xfrm>
          <a:prstGeom prst="rect">
            <a:avLst/>
          </a:prstGeom>
        </p:spPr>
      </p:pic>
      <p:pic>
        <p:nvPicPr>
          <p:cNvPr id="29" name="Imagen 28" descr="Forma&#10;&#10;Descripción generada automáticamente con confianza media">
            <a:extLst>
              <a:ext uri="{FF2B5EF4-FFF2-40B4-BE49-F238E27FC236}">
                <a16:creationId xmlns:a16="http://schemas.microsoft.com/office/drawing/2014/main" id="{0C1FEB91-D9D5-4155-A958-F239736FB093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884" y="4498194"/>
            <a:ext cx="1445647" cy="432000"/>
          </a:xfrm>
          <a:prstGeom prst="rect">
            <a:avLst/>
          </a:prstGeom>
        </p:spPr>
      </p:pic>
      <p:pic>
        <p:nvPicPr>
          <p:cNvPr id="31" name="Imagen 30" descr="Logotipo&#10;&#10;Descripción generada automáticamente">
            <a:extLst>
              <a:ext uri="{FF2B5EF4-FFF2-40B4-BE49-F238E27FC236}">
                <a16:creationId xmlns:a16="http://schemas.microsoft.com/office/drawing/2014/main" id="{E664F46D-BE21-48C3-B176-94BC436C056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760"/>
          <a:stretch/>
        </p:blipFill>
        <p:spPr>
          <a:xfrm>
            <a:off x="1363295" y="2499587"/>
            <a:ext cx="1615636" cy="476077"/>
          </a:xfrm>
          <a:prstGeom prst="rect">
            <a:avLst/>
          </a:prstGeom>
        </p:spPr>
      </p:pic>
      <p:sp>
        <p:nvSpPr>
          <p:cNvPr id="32" name="Título 1">
            <a:extLst>
              <a:ext uri="{FF2B5EF4-FFF2-40B4-BE49-F238E27FC236}">
                <a16:creationId xmlns:a16="http://schemas.microsoft.com/office/drawing/2014/main" id="{BF60FB55-5FC2-4C16-8169-6C25AD36F69A}"/>
              </a:ext>
            </a:extLst>
          </p:cNvPr>
          <p:cNvSpPr txBox="1">
            <a:spLocks/>
          </p:cNvSpPr>
          <p:nvPr/>
        </p:nvSpPr>
        <p:spPr>
          <a:xfrm>
            <a:off x="2282176" y="673113"/>
            <a:ext cx="6975780" cy="93394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>
                <a:solidFill>
                  <a:srgbClr val="FF0000"/>
                </a:solidFill>
              </a:rPr>
              <a:t>En caso de necesitar añadir más clientes, seleccionar el logo y copiarlo en la </a:t>
            </a:r>
            <a:r>
              <a:rPr lang="es-ES" sz="2400" err="1">
                <a:solidFill>
                  <a:srgbClr val="FF0000"/>
                </a:solidFill>
              </a:rPr>
              <a:t>slide</a:t>
            </a:r>
            <a:r>
              <a:rPr lang="es-ES" sz="2400">
                <a:solidFill>
                  <a:srgbClr val="FF0000"/>
                </a:solidFill>
              </a:rPr>
              <a:t> de clientes</a:t>
            </a:r>
          </a:p>
        </p:txBody>
      </p:sp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9107CE69-5D43-42F4-8E03-E8D95FF45C4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733" y="3549079"/>
            <a:ext cx="1224507" cy="310942"/>
          </a:xfrm>
          <a:prstGeom prst="rect">
            <a:avLst/>
          </a:prstGeom>
        </p:spPr>
      </p:pic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F69D7C42-CD68-4BE9-AA0F-9BBBF2A47F2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527" y="3506550"/>
            <a:ext cx="1624612" cy="396000"/>
          </a:xfrm>
          <a:prstGeom prst="rect">
            <a:avLst/>
          </a:prstGeom>
        </p:spPr>
      </p:pic>
      <p:pic>
        <p:nvPicPr>
          <p:cNvPr id="12" name="Imagen 11" descr="Texto, Logotipo&#10;&#10;Descripción generada automáticamente">
            <a:extLst>
              <a:ext uri="{FF2B5EF4-FFF2-40B4-BE49-F238E27FC236}">
                <a16:creationId xmlns:a16="http://schemas.microsoft.com/office/drawing/2014/main" id="{28F51F33-68DF-404C-B5C6-4F84A7FE13D1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070" t="12557" r="6958" b="14369"/>
          <a:stretch/>
        </p:blipFill>
        <p:spPr>
          <a:xfrm>
            <a:off x="3209715" y="3470550"/>
            <a:ext cx="1898687" cy="468000"/>
          </a:xfrm>
          <a:prstGeom prst="rect">
            <a:avLst/>
          </a:prstGeom>
        </p:spPr>
      </p:pic>
      <p:pic>
        <p:nvPicPr>
          <p:cNvPr id="14" name="Imagen 13" descr="Logotipo&#10;&#10;Descripción generada automáticamente">
            <a:extLst>
              <a:ext uri="{FF2B5EF4-FFF2-40B4-BE49-F238E27FC236}">
                <a16:creationId xmlns:a16="http://schemas.microsoft.com/office/drawing/2014/main" id="{7A8043E6-D77F-412F-B198-8F99B23E7F3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474" y="3555006"/>
            <a:ext cx="1293278" cy="299088"/>
          </a:xfrm>
          <a:prstGeom prst="rect">
            <a:avLst/>
          </a:prstGeom>
        </p:spPr>
      </p:pic>
      <p:pic>
        <p:nvPicPr>
          <p:cNvPr id="18" name="Imagen 17" descr="Un conjunto de letras blancas en un fondo blanco&#10;&#10;Descripción generada automáticamente con confianza media">
            <a:extLst>
              <a:ext uri="{FF2B5EF4-FFF2-40B4-BE49-F238E27FC236}">
                <a16:creationId xmlns:a16="http://schemas.microsoft.com/office/drawing/2014/main" id="{6E552097-9CD9-4F20-88EC-4A37FB35483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138" y="4448468"/>
            <a:ext cx="1525951" cy="531452"/>
          </a:xfrm>
          <a:prstGeom prst="rect">
            <a:avLst/>
          </a:prstGeom>
        </p:spPr>
      </p:pic>
      <p:pic>
        <p:nvPicPr>
          <p:cNvPr id="37" name="Imagen 36" descr="Imagen que contiene Icono&#10;&#10;Descripción generada automáticamente">
            <a:extLst>
              <a:ext uri="{FF2B5EF4-FFF2-40B4-BE49-F238E27FC236}">
                <a16:creationId xmlns:a16="http://schemas.microsoft.com/office/drawing/2014/main" id="{E5562097-E3BB-4722-B869-57ABD3A97A8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529" y="4444194"/>
            <a:ext cx="1384730" cy="540000"/>
          </a:xfrm>
          <a:prstGeom prst="rect">
            <a:avLst/>
          </a:prstGeom>
        </p:spPr>
      </p:pic>
      <p:pic>
        <p:nvPicPr>
          <p:cNvPr id="23" name="Imagen 22" descr="Logotipo&#10;&#10;Descripción generada automáticamente">
            <a:extLst>
              <a:ext uri="{FF2B5EF4-FFF2-40B4-BE49-F238E27FC236}">
                <a16:creationId xmlns:a16="http://schemas.microsoft.com/office/drawing/2014/main" id="{152D5EB9-BA65-4ABA-941A-24CCB9381E69}"/>
              </a:ext>
            </a:extLst>
          </p:cNvPr>
          <p:cNvPicPr>
            <a:picLocks noChangeAspect="1"/>
          </p:cNvPicPr>
          <p:nvPr/>
        </p:nvPicPr>
        <p:blipFill>
          <a:blip r:embed="rId2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017" y="5381062"/>
            <a:ext cx="1388350" cy="504000"/>
          </a:xfrm>
          <a:prstGeom prst="rect">
            <a:avLst/>
          </a:prstGeom>
        </p:spPr>
      </p:pic>
      <p:pic>
        <p:nvPicPr>
          <p:cNvPr id="26" name="Imagen 25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611471EB-8A77-43F2-9484-175FA09076C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821" y="5373991"/>
            <a:ext cx="985846" cy="504000"/>
          </a:xfrm>
          <a:prstGeom prst="rect">
            <a:avLst/>
          </a:prstGeom>
        </p:spPr>
      </p:pic>
      <p:pic>
        <p:nvPicPr>
          <p:cNvPr id="30" name="Imagen 29" descr="Logotipo&#10;&#10;Descripción generada automáticamente">
            <a:extLst>
              <a:ext uri="{FF2B5EF4-FFF2-40B4-BE49-F238E27FC236}">
                <a16:creationId xmlns:a16="http://schemas.microsoft.com/office/drawing/2014/main" id="{75B7EF47-0C74-4F4F-BC5D-704BE8019531}"/>
              </a:ext>
            </a:extLst>
          </p:cNvPr>
          <p:cNvPicPr>
            <a:picLocks noChangeAspect="1"/>
          </p:cNvPicPr>
          <p:nvPr/>
        </p:nvPicPr>
        <p:blipFill>
          <a:blip r:embed="rId2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6552" y="5352682"/>
            <a:ext cx="1439999" cy="540000"/>
          </a:xfrm>
          <a:prstGeom prst="rect">
            <a:avLst/>
          </a:prstGeom>
        </p:spPr>
      </p:pic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D4700270-F75D-48F9-9AE5-F31745FB1B4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678" y="5483656"/>
            <a:ext cx="1408870" cy="298811"/>
          </a:xfrm>
          <a:prstGeom prst="rect">
            <a:avLst/>
          </a:prstGeom>
        </p:spPr>
      </p:pic>
      <p:pic>
        <p:nvPicPr>
          <p:cNvPr id="9" name="Imagen 8" descr="Logotipo&#10;&#10;Descripción generada automáticamente">
            <a:extLst>
              <a:ext uri="{FF2B5EF4-FFF2-40B4-BE49-F238E27FC236}">
                <a16:creationId xmlns:a16="http://schemas.microsoft.com/office/drawing/2014/main" id="{40E1FAD4-F224-4C6D-ACC9-CAB4D0C78E91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627" y="5390835"/>
            <a:ext cx="1520717" cy="40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601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A992D3E-D17B-45DB-9D3A-2B4F49A58EB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s-ES"/>
              <a:t>Resultados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1BACC68-8414-4FDC-A4CC-A6B2D7333B7C}"/>
              </a:ext>
            </a:extLst>
          </p:cNvPr>
          <p:cNvSpPr txBox="1"/>
          <p:nvPr/>
        </p:nvSpPr>
        <p:spPr>
          <a:xfrm>
            <a:off x="2966720" y="2834883"/>
            <a:ext cx="2296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Lorem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ipsum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dolor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sit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amet</a:t>
            </a:r>
            <a:endParaRPr lang="es-ES" sz="16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AE40AB-0F50-4DDD-ADEF-16527E4D6EB3}"/>
              </a:ext>
            </a:extLst>
          </p:cNvPr>
          <p:cNvSpPr txBox="1"/>
          <p:nvPr/>
        </p:nvSpPr>
        <p:spPr>
          <a:xfrm>
            <a:off x="2321091" y="1775051"/>
            <a:ext cx="3835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>
                <a:solidFill>
                  <a:srgbClr val="FFFFFF"/>
                </a:solidFill>
                <a:latin typeface="+mj-lt"/>
              </a:rPr>
              <a:t>+150</a:t>
            </a:r>
            <a:r>
              <a:rPr lang="es-ES" sz="5400">
                <a:solidFill>
                  <a:srgbClr val="FFFFFF"/>
                </a:solidFill>
                <a:latin typeface="+mj-lt"/>
              </a:rPr>
              <a:t>%</a:t>
            </a:r>
            <a:endParaRPr lang="es-ES" sz="7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BDC2E4E-14FC-4655-AA53-96FD1F75C0DA}"/>
              </a:ext>
            </a:extLst>
          </p:cNvPr>
          <p:cNvSpPr txBox="1"/>
          <p:nvPr/>
        </p:nvSpPr>
        <p:spPr>
          <a:xfrm>
            <a:off x="2966720" y="4952163"/>
            <a:ext cx="2956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Lorem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ipsum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dolor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sit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amet</a:t>
            </a:r>
            <a:endParaRPr lang="es-ES" sz="16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7381EFE-B625-4F30-BB84-664DAE2256DD}"/>
              </a:ext>
            </a:extLst>
          </p:cNvPr>
          <p:cNvSpPr txBox="1"/>
          <p:nvPr/>
        </p:nvSpPr>
        <p:spPr>
          <a:xfrm>
            <a:off x="2428243" y="3924869"/>
            <a:ext cx="3728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>
                <a:solidFill>
                  <a:srgbClr val="FFFFFF"/>
                </a:solidFill>
                <a:latin typeface="+mj-lt"/>
              </a:rPr>
              <a:t>de </a:t>
            </a:r>
            <a:r>
              <a:rPr lang="es-ES" sz="7200">
                <a:solidFill>
                  <a:srgbClr val="FFFFFF"/>
                </a:solidFill>
                <a:latin typeface="+mj-lt"/>
              </a:rPr>
              <a:t>12</a:t>
            </a:r>
            <a:r>
              <a:rPr lang="es-ES" sz="2400">
                <a:solidFill>
                  <a:srgbClr val="FFFFFF"/>
                </a:solidFill>
                <a:latin typeface="+mj-lt"/>
              </a:rPr>
              <a:t> a </a:t>
            </a:r>
            <a:r>
              <a:rPr lang="es-ES" sz="7200">
                <a:solidFill>
                  <a:srgbClr val="FFFFFF"/>
                </a:solidFill>
                <a:latin typeface="+mj-lt"/>
              </a:rPr>
              <a:t>25</a:t>
            </a:r>
            <a:r>
              <a:rPr lang="es-ES" sz="6000">
                <a:solidFill>
                  <a:srgbClr val="FFFFFF"/>
                </a:solidFill>
                <a:latin typeface="+mj-lt"/>
              </a:rPr>
              <a:t>%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ABD12D6-75B6-4DDE-833D-DCD6D4D7F5B5}"/>
              </a:ext>
            </a:extLst>
          </p:cNvPr>
          <p:cNvSpPr txBox="1"/>
          <p:nvPr/>
        </p:nvSpPr>
        <p:spPr>
          <a:xfrm>
            <a:off x="7010268" y="2834145"/>
            <a:ext cx="1874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Lorem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ipsum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dolor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sit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amet</a:t>
            </a:r>
            <a:endParaRPr lang="es-ES" sz="16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342DEC7-249C-4A5C-92F7-FA7DF07FC402}"/>
              </a:ext>
            </a:extLst>
          </p:cNvPr>
          <p:cNvSpPr txBox="1"/>
          <p:nvPr/>
        </p:nvSpPr>
        <p:spPr>
          <a:xfrm>
            <a:off x="6461756" y="1775051"/>
            <a:ext cx="4069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200">
                <a:solidFill>
                  <a:srgbClr val="FFFFFF"/>
                </a:solidFill>
                <a:latin typeface="+mj-lt"/>
              </a:rPr>
              <a:t>+250</a:t>
            </a:r>
            <a:r>
              <a:rPr lang="es-ES" sz="5400">
                <a:solidFill>
                  <a:srgbClr val="FFFFFF"/>
                </a:solidFill>
                <a:latin typeface="+mj-lt"/>
              </a:rPr>
              <a:t>%</a:t>
            </a:r>
            <a:endParaRPr lang="es-ES" sz="7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6455619-C49F-4782-A181-C0571EE73A63}"/>
              </a:ext>
            </a:extLst>
          </p:cNvPr>
          <p:cNvSpPr txBox="1"/>
          <p:nvPr/>
        </p:nvSpPr>
        <p:spPr>
          <a:xfrm>
            <a:off x="6940586" y="4936766"/>
            <a:ext cx="15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Lorem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ipsum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dolor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sit</a:t>
            </a:r>
            <a:r>
              <a:rPr lang="es-ES" sz="1600" b="0" i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 </a:t>
            </a:r>
            <a:r>
              <a:rPr lang="es-ES" sz="1600" b="0" i="0" err="1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Poppins Light" panose="00000400000000000000" pitchFamily="2" charset="0"/>
              </a:rPr>
              <a:t>amet</a:t>
            </a:r>
            <a:endParaRPr lang="es-ES" sz="16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270BC80-ED95-4DF3-977A-4817A57E4D02}"/>
              </a:ext>
            </a:extLst>
          </p:cNvPr>
          <p:cNvSpPr txBox="1"/>
          <p:nvPr/>
        </p:nvSpPr>
        <p:spPr>
          <a:xfrm>
            <a:off x="6572858" y="3884551"/>
            <a:ext cx="27297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>
                <a:solidFill>
                  <a:srgbClr val="FFFFFF"/>
                </a:solidFill>
                <a:latin typeface="+mj-lt"/>
              </a:rPr>
              <a:t>&lt;</a:t>
            </a:r>
            <a:r>
              <a:rPr lang="es-ES" sz="7200">
                <a:solidFill>
                  <a:srgbClr val="FFFFFF"/>
                </a:solidFill>
                <a:latin typeface="+mj-lt"/>
              </a:rPr>
              <a:t>5</a:t>
            </a:r>
            <a:r>
              <a:rPr lang="es-ES" sz="5400">
                <a:solidFill>
                  <a:srgbClr val="FFFFFF"/>
                </a:solidFill>
                <a:latin typeface="+mj-lt"/>
              </a:rPr>
              <a:t>%</a:t>
            </a:r>
            <a:endParaRPr lang="es-ES" sz="720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05629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A15A91-C6AE-4F1D-BDD0-7A309D8C6EEA}"/>
              </a:ext>
            </a:extLst>
          </p:cNvPr>
          <p:cNvSpPr txBox="1"/>
          <p:nvPr/>
        </p:nvSpPr>
        <p:spPr>
          <a:xfrm>
            <a:off x="2346960" y="2705725"/>
            <a:ext cx="74980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i="0" u="none" strike="noStrike" spc="-150">
                <a:solidFill>
                  <a:schemeClr val="bg1"/>
                </a:solidFill>
                <a:effectLst/>
                <a:latin typeface="+mj-lt"/>
              </a:rPr>
              <a:t>¿Te gustaría </a:t>
            </a:r>
            <a:r>
              <a:rPr lang="es-ES" sz="4400" i="0" u="none" strike="noStrike" spc="-150">
                <a:solidFill>
                  <a:schemeClr val="bg1">
                    <a:lumMod val="75000"/>
                  </a:schemeClr>
                </a:solidFill>
                <a:effectLst/>
                <a:latin typeface="+mj-lt"/>
              </a:rPr>
              <a:t>impulsar</a:t>
            </a:r>
            <a:r>
              <a:rPr lang="es-ES" sz="4400" i="0" u="none" strike="noStrike" spc="-150">
                <a:solidFill>
                  <a:schemeClr val="bg1"/>
                </a:solidFill>
                <a:effectLst/>
                <a:latin typeface="+mj-lt"/>
              </a:rPr>
              <a:t> los resultados de tu negocio?</a:t>
            </a:r>
            <a:endParaRPr lang="es-ES" sz="4400" spc="-15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463EEB-C1C0-4E82-8ECB-688DD09CE0FE}"/>
              </a:ext>
            </a:extLst>
          </p:cNvPr>
          <p:cNvSpPr txBox="1"/>
          <p:nvPr/>
        </p:nvSpPr>
        <p:spPr>
          <a:xfrm>
            <a:off x="5081395" y="2265273"/>
            <a:ext cx="20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err="1">
                <a:solidFill>
                  <a:schemeClr val="bg1"/>
                </a:solidFill>
                <a:latin typeface="Switzer Light Italic" pitchFamily="50" charset="0"/>
              </a:rPr>
              <a:t>Straight</a:t>
            </a:r>
            <a:r>
              <a:rPr lang="es-ES">
                <a:solidFill>
                  <a:schemeClr val="bg1"/>
                </a:solidFill>
                <a:latin typeface="Switzer Light Italic" pitchFamily="50" charset="0"/>
              </a:rPr>
              <a:t> to </a:t>
            </a:r>
            <a:r>
              <a:rPr lang="es-ES" err="1">
                <a:solidFill>
                  <a:schemeClr val="bg1"/>
                </a:solidFill>
                <a:latin typeface="Switzer Light Italic" pitchFamily="50" charset="0"/>
              </a:rPr>
              <a:t>Growth</a:t>
            </a:r>
            <a:endParaRPr lang="es-ES">
              <a:solidFill>
                <a:schemeClr val="bg1"/>
              </a:solidFill>
              <a:latin typeface="Switzer Light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1665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789A39D-F778-47B5-BECC-024D049FDEF0}"/>
              </a:ext>
            </a:extLst>
          </p:cNvPr>
          <p:cNvSpPr txBox="1">
            <a:spLocks/>
          </p:cNvSpPr>
          <p:nvPr/>
        </p:nvSpPr>
        <p:spPr>
          <a:xfrm>
            <a:off x="838200" y="1361440"/>
            <a:ext cx="7686040" cy="221488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4000" b="0" i="0" spc="-150" err="1">
                <a:solidFill>
                  <a:srgbClr val="FFFFFF"/>
                </a:solidFill>
                <a:effectLst/>
              </a:rPr>
              <a:t>Lorem</a:t>
            </a:r>
            <a:r>
              <a:rPr lang="es-ES" sz="4000" b="0" i="0" spc="-150">
                <a:solidFill>
                  <a:srgbClr val="FFFFFF"/>
                </a:solidFill>
                <a:effectLst/>
              </a:rPr>
              <a:t> </a:t>
            </a:r>
            <a:r>
              <a:rPr lang="es-ES" sz="4000" b="0" i="0" spc="-150" err="1">
                <a:solidFill>
                  <a:srgbClr val="FFFFFF"/>
                </a:solidFill>
                <a:effectLst/>
              </a:rPr>
              <a:t>ipsum</a:t>
            </a:r>
            <a:r>
              <a:rPr lang="es-ES" sz="4000" b="0" i="0" spc="-150">
                <a:solidFill>
                  <a:srgbClr val="FFFFFF"/>
                </a:solidFill>
                <a:effectLst/>
              </a:rPr>
              <a:t> dolor </a:t>
            </a:r>
            <a:r>
              <a:rPr lang="es-ES" sz="4000" b="0" i="0" spc="-150" err="1">
                <a:solidFill>
                  <a:srgbClr val="FFFFFF"/>
                </a:solidFill>
                <a:effectLst/>
              </a:rPr>
              <a:t>sit</a:t>
            </a:r>
            <a:r>
              <a:rPr lang="es-ES" sz="4000" b="0" i="0" spc="-150">
                <a:solidFill>
                  <a:srgbClr val="FFFFFF"/>
                </a:solidFill>
                <a:effectLst/>
              </a:rPr>
              <a:t> </a:t>
            </a:r>
            <a:r>
              <a:rPr lang="es-ES" sz="4000" b="0" i="0" spc="-150" err="1">
                <a:solidFill>
                  <a:srgbClr val="FFFFFF"/>
                </a:solidFill>
                <a:effectLst/>
              </a:rPr>
              <a:t>amet</a:t>
            </a:r>
            <a:r>
              <a:rPr lang="es-ES" sz="4000" b="0" i="0" spc="-150">
                <a:solidFill>
                  <a:srgbClr val="FFFFFF"/>
                </a:solidFill>
                <a:effectLst/>
              </a:rPr>
              <a:t>, </a:t>
            </a:r>
            <a:r>
              <a:rPr lang="es-ES" sz="4000" b="0" i="0" spc="-150" err="1">
                <a:solidFill>
                  <a:srgbClr val="FFFFFF"/>
                </a:solidFill>
                <a:effectLst/>
              </a:rPr>
              <a:t>consectetur</a:t>
            </a:r>
            <a:r>
              <a:rPr lang="es-ES" sz="4000" b="0" i="0" spc="-150">
                <a:solidFill>
                  <a:srgbClr val="FFFFFF"/>
                </a:solidFill>
                <a:effectLst/>
              </a:rPr>
              <a:t> </a:t>
            </a:r>
            <a:r>
              <a:rPr lang="es-ES" sz="4000" b="0" i="0" spc="-150" err="1">
                <a:solidFill>
                  <a:srgbClr val="FFFFFF"/>
                </a:solidFill>
                <a:effectLst/>
              </a:rPr>
              <a:t>adipiscing</a:t>
            </a:r>
            <a:r>
              <a:rPr lang="es-ES" sz="4000" b="0" i="0" spc="-150">
                <a:solidFill>
                  <a:srgbClr val="FFFFFF"/>
                </a:solidFill>
                <a:effectLst/>
              </a:rPr>
              <a:t> </a:t>
            </a:r>
            <a:r>
              <a:rPr lang="es-ES" sz="4000" b="0" i="0" spc="-150" err="1">
                <a:solidFill>
                  <a:srgbClr val="FFFFFF"/>
                </a:solidFill>
                <a:effectLst/>
              </a:rPr>
              <a:t>elit</a:t>
            </a:r>
            <a:r>
              <a:rPr lang="es-ES" sz="4000" b="0" i="0" spc="-150">
                <a:solidFill>
                  <a:srgbClr val="FFFFFF"/>
                </a:solidFill>
                <a:effectLst/>
              </a:rPr>
              <a:t>. Nunc </a:t>
            </a:r>
            <a:r>
              <a:rPr lang="es-ES" sz="4000" b="0" i="0" spc="-150" err="1">
                <a:solidFill>
                  <a:srgbClr val="FFFFFF"/>
                </a:solidFill>
                <a:effectLst/>
              </a:rPr>
              <a:t>pellentesque</a:t>
            </a:r>
            <a:r>
              <a:rPr lang="es-ES" sz="4000" b="0" i="0" spc="-150">
                <a:solidFill>
                  <a:srgbClr val="FFFFFF"/>
                </a:solidFill>
                <a:effectLst/>
              </a:rPr>
              <a:t>, </a:t>
            </a:r>
            <a:r>
              <a:rPr lang="es-ES" sz="4000" b="0" i="0" spc="-150">
                <a:solidFill>
                  <a:schemeClr val="bg1">
                    <a:lumMod val="75000"/>
                  </a:schemeClr>
                </a:solidFill>
                <a:effectLst/>
              </a:rPr>
              <a:t>mi vitae </a:t>
            </a:r>
            <a:r>
              <a:rPr lang="es-ES" sz="4000" b="0" i="0" spc="-150" err="1">
                <a:solidFill>
                  <a:schemeClr val="bg1">
                    <a:lumMod val="75000"/>
                  </a:schemeClr>
                </a:solidFill>
                <a:effectLst/>
              </a:rPr>
              <a:t>aliquam</a:t>
            </a:r>
            <a:r>
              <a:rPr lang="es-ES" sz="4000" b="0" i="0" spc="-150">
                <a:solidFill>
                  <a:schemeClr val="bg1">
                    <a:lumMod val="75000"/>
                  </a:schemeClr>
                </a:solidFill>
                <a:effectLst/>
              </a:rPr>
              <a:t> </a:t>
            </a:r>
            <a:r>
              <a:rPr lang="es-ES" sz="4000" b="0" i="0" spc="-150" err="1">
                <a:solidFill>
                  <a:schemeClr val="bg1">
                    <a:lumMod val="75000"/>
                  </a:schemeClr>
                </a:solidFill>
                <a:effectLst/>
              </a:rPr>
              <a:t>blandit</a:t>
            </a:r>
            <a:r>
              <a:rPr lang="es-ES" sz="4000" b="0" i="0" spc="-150">
                <a:solidFill>
                  <a:schemeClr val="bg1">
                    <a:lumMod val="75000"/>
                  </a:schemeClr>
                </a:solidFill>
                <a:effectLst/>
              </a:rPr>
              <a:t>.</a:t>
            </a:r>
            <a:endParaRPr lang="es-ES" sz="4000" spc="-15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01B95DD-2347-414D-B083-51EC778AF483}"/>
              </a:ext>
            </a:extLst>
          </p:cNvPr>
          <p:cNvCxnSpPr>
            <a:cxnSpLocks/>
          </p:cNvCxnSpPr>
          <p:nvPr/>
        </p:nvCxnSpPr>
        <p:spPr>
          <a:xfrm>
            <a:off x="838200" y="894080"/>
            <a:ext cx="4396473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5995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C36E7-0C88-44BB-8BEF-57C4D428735A}"/>
              </a:ext>
            </a:extLst>
          </p:cNvPr>
          <p:cNvSpPr txBox="1">
            <a:spLocks/>
          </p:cNvSpPr>
          <p:nvPr/>
        </p:nvSpPr>
        <p:spPr>
          <a:xfrm>
            <a:off x="838200" y="1014380"/>
            <a:ext cx="4756355" cy="2004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s-ES" sz="6000" spc="-150" dirty="0"/>
              <a:t>Título a</a:t>
            </a:r>
            <a:br>
              <a:rPr lang="es-ES" sz="6000" spc="-150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s-ES" sz="6000" spc="-150" dirty="0">
                <a:solidFill>
                  <a:schemeClr val="accent6"/>
                </a:solidFill>
              </a:rPr>
              <a:t>dos líneas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2FEF01-5878-456F-AB62-69C67A1114A2}"/>
              </a:ext>
            </a:extLst>
          </p:cNvPr>
          <p:cNvSpPr txBox="1">
            <a:spLocks/>
          </p:cNvSpPr>
          <p:nvPr/>
        </p:nvSpPr>
        <p:spPr>
          <a:xfrm>
            <a:off x="838200" y="3106994"/>
            <a:ext cx="5542935" cy="2853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Lorem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ipsum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dolor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sit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amet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,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consectetur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adipiscing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elit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. Quisque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luctus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orci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tellus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, quis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tincidunt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turpis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ullamcorper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vitae.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Pellentesque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ut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lorem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in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nisl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volutpat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tincidunt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a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eget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sapien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.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Donec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vehicula, leo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bibendum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suscipit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fringilla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,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augue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metus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rhoncus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ipsum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,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dignissim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lacinia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metus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metus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vitae ante. In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hac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habitasse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platea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dictumst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.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Morbi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faucibus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in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est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in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blandit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. Ut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ut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consequat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ea typeface="Inter" panose="02000503000000020004" pitchFamily="2" charset="0"/>
                <a:cs typeface="Poppins Light" panose="00000400000000000000" pitchFamily="2" charset="0"/>
              </a:rPr>
              <a:t> leo. </a:t>
            </a:r>
            <a:endParaRPr lang="es-ES" sz="1800" dirty="0">
              <a:solidFill>
                <a:schemeClr val="accent6">
                  <a:lumMod val="50000"/>
                </a:schemeClr>
              </a:solidFill>
              <a:ea typeface="Inter" panose="02000503000000020004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D80EA46-A312-4049-BC03-E8CF7E9EDB42}"/>
              </a:ext>
            </a:extLst>
          </p:cNvPr>
          <p:cNvSpPr/>
          <p:nvPr/>
        </p:nvSpPr>
        <p:spPr>
          <a:xfrm>
            <a:off x="7629832" y="1059426"/>
            <a:ext cx="3539613" cy="1868129"/>
          </a:xfrm>
          <a:prstGeom prst="roundRect">
            <a:avLst>
              <a:gd name="adj" fmla="val 6544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r>
              <a:rPr lang="es-ES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Etiqueta</a:t>
            </a:r>
          </a:p>
          <a:p>
            <a:pPr marL="216000">
              <a:lnSpc>
                <a:spcPct val="80000"/>
              </a:lnSpc>
            </a:pPr>
            <a:endParaRPr lang="es-ES" dirty="0">
              <a:solidFill>
                <a:schemeClr val="bg1"/>
              </a:solidFill>
              <a:latin typeface="Switzer Light" pitchFamily="50" charset="0"/>
            </a:endParaRPr>
          </a:p>
          <a:p>
            <a:pPr marL="216000">
              <a:lnSpc>
                <a:spcPct val="80000"/>
              </a:lnSpc>
            </a:pPr>
            <a:r>
              <a:rPr lang="es-ES" dirty="0">
                <a:solidFill>
                  <a:schemeClr val="bg1"/>
                </a:solidFill>
                <a:latin typeface="+mj-lt"/>
              </a:rPr>
              <a:t>Descripción</a:t>
            </a:r>
            <a:endParaRPr lang="es-E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CE1DC66-536C-4666-A204-5D094FFB5C1E}"/>
              </a:ext>
            </a:extLst>
          </p:cNvPr>
          <p:cNvSpPr/>
          <p:nvPr/>
        </p:nvSpPr>
        <p:spPr>
          <a:xfrm>
            <a:off x="7629831" y="3151241"/>
            <a:ext cx="3539613" cy="1192161"/>
          </a:xfrm>
          <a:prstGeom prst="roundRect">
            <a:avLst>
              <a:gd name="adj" fmla="val 7292"/>
            </a:avLst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r>
              <a:rPr lang="es-ES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Etiqueta</a:t>
            </a:r>
          </a:p>
          <a:p>
            <a:pPr marL="216000">
              <a:lnSpc>
                <a:spcPct val="80000"/>
              </a:lnSpc>
            </a:pPr>
            <a:endParaRPr lang="es-ES" dirty="0">
              <a:solidFill>
                <a:schemeClr val="accent6"/>
              </a:solidFill>
              <a:latin typeface="Switzer Light" pitchFamily="50" charset="0"/>
            </a:endParaRPr>
          </a:p>
          <a:p>
            <a:pPr marL="216000">
              <a:lnSpc>
                <a:spcPct val="80000"/>
              </a:lnSpc>
            </a:pPr>
            <a:r>
              <a:rPr lang="es-ES" dirty="0">
                <a:solidFill>
                  <a:schemeClr val="tx1"/>
                </a:solidFill>
                <a:latin typeface="+mj-lt"/>
              </a:rPr>
              <a:t>Descripción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CC0A266-A70A-4B8D-A186-356C5C5232D5}"/>
              </a:ext>
            </a:extLst>
          </p:cNvPr>
          <p:cNvSpPr/>
          <p:nvPr/>
        </p:nvSpPr>
        <p:spPr>
          <a:xfrm>
            <a:off x="7629831" y="4533824"/>
            <a:ext cx="3539613" cy="1192161"/>
          </a:xfrm>
          <a:prstGeom prst="roundRect">
            <a:avLst>
              <a:gd name="adj" fmla="val 8145"/>
            </a:avLst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r>
              <a:rPr lang="es-ES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Etiqueta</a:t>
            </a:r>
          </a:p>
          <a:p>
            <a:pPr marL="216000">
              <a:lnSpc>
                <a:spcPct val="80000"/>
              </a:lnSpc>
            </a:pPr>
            <a:endParaRPr lang="es-ES" dirty="0">
              <a:solidFill>
                <a:schemeClr val="accent6"/>
              </a:solidFill>
              <a:latin typeface="Switzer Light" pitchFamily="50" charset="0"/>
            </a:endParaRPr>
          </a:p>
          <a:p>
            <a:pPr marL="216000">
              <a:lnSpc>
                <a:spcPct val="80000"/>
              </a:lnSpc>
            </a:pPr>
            <a:r>
              <a:rPr lang="es-ES" dirty="0">
                <a:solidFill>
                  <a:schemeClr val="tx1"/>
                </a:solidFill>
                <a:latin typeface="+mj-lt"/>
              </a:rPr>
              <a:t>Descripción</a:t>
            </a:r>
          </a:p>
        </p:txBody>
      </p:sp>
    </p:spTree>
    <p:extLst>
      <p:ext uri="{BB962C8B-B14F-4D97-AF65-F5344CB8AC3E}">
        <p14:creationId xmlns:p14="http://schemas.microsoft.com/office/powerpoint/2010/main" val="27549091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745D1C36-5B45-49EA-812B-148DE3AB8D3C}"/>
              </a:ext>
            </a:extLst>
          </p:cNvPr>
          <p:cNvSpPr txBox="1">
            <a:spLocks/>
          </p:cNvSpPr>
          <p:nvPr/>
        </p:nvSpPr>
        <p:spPr>
          <a:xfrm>
            <a:off x="838200" y="2600960"/>
            <a:ext cx="4861560" cy="33596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Lorem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ipsum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dolor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sit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amet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,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consectetur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adipiscing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elit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. Quisque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luctus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orci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tellus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, quis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tincidunt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turpis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ullamcorper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vitae.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Pellentesque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ut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lorem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in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nisl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volutpat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tincidunt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a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eget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sapien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.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Donec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vehicula, leo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bibendum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suscipit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fringilla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,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augue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metus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rhoncus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ipsum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,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dignissim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lacinia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metus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metus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vitae ante. In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hac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habitasse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platea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dictumst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.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Morbi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faucibus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in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est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in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blandit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. Ut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ut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</a:t>
            </a:r>
            <a:r>
              <a:rPr lang="es-ES" sz="1200" dirty="0" err="1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consequat</a:t>
            </a:r>
            <a:r>
              <a:rPr lang="es-ES" sz="1200" dirty="0">
                <a:solidFill>
                  <a:schemeClr val="accent6">
                    <a:lumMod val="50000"/>
                  </a:schemeClr>
                </a:solidFill>
                <a:cs typeface="Poppins Light" panose="00000400000000000000" pitchFamily="2" charset="0"/>
              </a:rPr>
              <a:t> leo. </a:t>
            </a:r>
            <a:endParaRPr lang="es-ES" sz="1800" dirty="0">
              <a:solidFill>
                <a:schemeClr val="accent6">
                  <a:lumMod val="50000"/>
                </a:schemeClr>
              </a:solidFill>
              <a:cs typeface="Poppins Light" panose="00000400000000000000" pitchFamily="2" charset="0"/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9A247FC-9BA4-4C9E-8FD7-686398A8E050}"/>
              </a:ext>
            </a:extLst>
          </p:cNvPr>
          <p:cNvCxnSpPr>
            <a:cxnSpLocks/>
          </p:cNvCxnSpPr>
          <p:nvPr/>
        </p:nvCxnSpPr>
        <p:spPr>
          <a:xfrm flipH="1">
            <a:off x="6573520" y="5659120"/>
            <a:ext cx="4663440" cy="0"/>
          </a:xfrm>
          <a:prstGeom prst="line">
            <a:avLst/>
          </a:prstGeom>
          <a:ln w="1270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190F8D50-C3CD-4337-9DF0-95C30AE1E52F}"/>
              </a:ext>
            </a:extLst>
          </p:cNvPr>
          <p:cNvSpPr txBox="1">
            <a:spLocks/>
          </p:cNvSpPr>
          <p:nvPr/>
        </p:nvSpPr>
        <p:spPr>
          <a:xfrm>
            <a:off x="6878320" y="3010748"/>
            <a:ext cx="2255520" cy="463312"/>
          </a:xfrm>
          <a:prstGeom prst="roundRect">
            <a:avLst>
              <a:gd name="adj" fmla="val 50000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s-ES" sz="1200">
              <a:latin typeface="+mj-lt"/>
              <a:cs typeface="Poppins Light" panose="00000400000000000000" pitchFamily="2" charset="0"/>
            </a:endParaRP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763FE742-DB67-405F-BDE1-50C9073D2EBE}"/>
              </a:ext>
            </a:extLst>
          </p:cNvPr>
          <p:cNvSpPr txBox="1">
            <a:spLocks/>
          </p:cNvSpPr>
          <p:nvPr/>
        </p:nvSpPr>
        <p:spPr>
          <a:xfrm>
            <a:off x="7106920" y="3062971"/>
            <a:ext cx="1803399" cy="35886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sz="2400">
                <a:latin typeface="+mj-lt"/>
                <a:cs typeface="Poppins Light" panose="00000400000000000000" pitchFamily="2" charset="0"/>
              </a:rPr>
              <a:t>Soluciones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5642895-CD01-4D34-9BD6-3DA1C05708A0}"/>
              </a:ext>
            </a:extLst>
          </p:cNvPr>
          <p:cNvSpPr txBox="1"/>
          <p:nvPr/>
        </p:nvSpPr>
        <p:spPr>
          <a:xfrm>
            <a:off x="6827520" y="3717440"/>
            <a:ext cx="3825240" cy="1291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/>
              <a:t>Captación Digital Inteligente</a:t>
            </a:r>
          </a:p>
          <a:p>
            <a:pPr>
              <a:lnSpc>
                <a:spcPct val="150000"/>
              </a:lnSpc>
            </a:pPr>
            <a:r>
              <a:rPr lang="es-ES" err="1"/>
              <a:t>Omnichannel</a:t>
            </a:r>
            <a:r>
              <a:rPr lang="es-ES"/>
              <a:t> </a:t>
            </a:r>
            <a:r>
              <a:rPr lang="es-ES" err="1"/>
              <a:t>Contact</a:t>
            </a:r>
            <a:r>
              <a:rPr lang="es-ES"/>
              <a:t> Center</a:t>
            </a:r>
          </a:p>
          <a:p>
            <a:pPr>
              <a:lnSpc>
                <a:spcPct val="150000"/>
              </a:lnSpc>
            </a:pPr>
            <a:r>
              <a:rPr lang="es-ES"/>
              <a:t>Marketing </a:t>
            </a:r>
            <a:r>
              <a:rPr lang="es-ES" err="1"/>
              <a:t>Automation</a:t>
            </a:r>
            <a:r>
              <a:rPr lang="es-ES"/>
              <a:t> &amp; CRM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9346B775-E960-4C3D-8837-E1CA3B3EB492}"/>
              </a:ext>
            </a:extLst>
          </p:cNvPr>
          <p:cNvSpPr txBox="1">
            <a:spLocks/>
          </p:cNvSpPr>
          <p:nvPr/>
        </p:nvSpPr>
        <p:spPr>
          <a:xfrm>
            <a:off x="838200" y="596511"/>
            <a:ext cx="4756355" cy="2004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s-ES" sz="6000" spc="-150" dirty="0"/>
              <a:t>Título a</a:t>
            </a:r>
            <a:br>
              <a:rPr lang="es-ES" sz="6000" spc="-150" dirty="0"/>
            </a:br>
            <a:r>
              <a:rPr lang="es-ES" sz="6000" spc="-150" dirty="0">
                <a:solidFill>
                  <a:schemeClr val="accent6"/>
                </a:solidFill>
              </a:rPr>
              <a:t>dos líneas</a:t>
            </a:r>
          </a:p>
        </p:txBody>
      </p:sp>
    </p:spTree>
    <p:extLst>
      <p:ext uri="{BB962C8B-B14F-4D97-AF65-F5344CB8AC3E}">
        <p14:creationId xmlns:p14="http://schemas.microsoft.com/office/powerpoint/2010/main" val="409014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807C37-4789-4061-BED3-35303BFA50FC}"/>
              </a:ext>
            </a:extLst>
          </p:cNvPr>
          <p:cNvSpPr txBox="1">
            <a:spLocks/>
          </p:cNvSpPr>
          <p:nvPr/>
        </p:nvSpPr>
        <p:spPr>
          <a:xfrm>
            <a:off x="838199" y="1917290"/>
            <a:ext cx="6111241" cy="10323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sz="1800" dirty="0" err="1">
                <a:latin typeface="+mj-lt"/>
                <a:cs typeface="Poppins" panose="00000500000000000000" pitchFamily="2" charset="0"/>
              </a:rPr>
              <a:t>Lorem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ipsum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 dolor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sit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amet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,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consectetur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adipiscing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elit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. Quisque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luctus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orci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tellus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, quis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tincidunt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turpis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 </a:t>
            </a:r>
            <a:r>
              <a:rPr lang="es-ES" sz="1800" dirty="0" err="1">
                <a:latin typeface="+mj-lt"/>
                <a:cs typeface="Poppins" panose="00000500000000000000" pitchFamily="2" charset="0"/>
              </a:rPr>
              <a:t>ullamcorper</a:t>
            </a:r>
            <a:r>
              <a:rPr lang="es-ES" sz="1800" dirty="0">
                <a:latin typeface="+mj-lt"/>
                <a:cs typeface="Poppins" panose="00000500000000000000" pitchFamily="2" charset="0"/>
              </a:rPr>
              <a:t> vitae.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A5254E4-3B39-4283-8766-40A175333D24}"/>
              </a:ext>
            </a:extLst>
          </p:cNvPr>
          <p:cNvSpPr txBox="1">
            <a:spLocks/>
          </p:cNvSpPr>
          <p:nvPr/>
        </p:nvSpPr>
        <p:spPr>
          <a:xfrm>
            <a:off x="828368" y="3165823"/>
            <a:ext cx="5879691" cy="28700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Lorem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ipsum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dolor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sit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amet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,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consectetur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adipiscing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elit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. Quisque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luctus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orci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tellus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, quis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tincidunt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turpis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ullamcorper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vitae.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Pellentesque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ut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lorem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in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nisl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volutpat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tincidunt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a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eget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sapien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s-ES" sz="12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Donec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vehicula, leo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bibendum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suscipit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fringilla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,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augue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metus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rhoncus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ipsum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,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dignissim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lacinia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metus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metus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vitae ante. In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hac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habitasse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platea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dictumst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.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Morbi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faucibus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in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est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 in </a:t>
            </a:r>
            <a:r>
              <a:rPr lang="es-ES" sz="1200" b="0" i="0" dirty="0" err="1">
                <a:solidFill>
                  <a:schemeClr val="accent6">
                    <a:lumMod val="50000"/>
                  </a:schemeClr>
                </a:solidFill>
                <a:effectLst/>
              </a:rPr>
              <a:t>blandit</a:t>
            </a:r>
            <a:r>
              <a:rPr lang="es-ES" sz="1200" b="0" i="0" dirty="0">
                <a:solidFill>
                  <a:schemeClr val="accent6">
                    <a:lumMod val="50000"/>
                  </a:schemeClr>
                </a:solidFill>
                <a:effectLst/>
              </a:rPr>
              <a:t>.</a:t>
            </a:r>
            <a:endParaRPr lang="es-ES" sz="1200" dirty="0">
              <a:solidFill>
                <a:schemeClr val="accent6">
                  <a:lumMod val="50000"/>
                </a:schemeClr>
              </a:solidFill>
              <a:cs typeface="Poppins Light" panose="00000400000000000000" pitchFamily="2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17DFFE9-7467-4280-82D1-2C77A4DEEACB}"/>
              </a:ext>
            </a:extLst>
          </p:cNvPr>
          <p:cNvSpPr txBox="1">
            <a:spLocks/>
          </p:cNvSpPr>
          <p:nvPr/>
        </p:nvSpPr>
        <p:spPr>
          <a:xfrm>
            <a:off x="838200" y="748307"/>
            <a:ext cx="4756355" cy="1168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s-ES" sz="6000" spc="-150"/>
              <a:t>Título</a:t>
            </a:r>
            <a:endParaRPr lang="es-ES" sz="6000" spc="-150">
              <a:solidFill>
                <a:schemeClr val="accent6"/>
              </a:solidFill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8B266F54-D904-44F0-BB32-DFB7017D1A75}"/>
              </a:ext>
            </a:extLst>
          </p:cNvPr>
          <p:cNvSpPr/>
          <p:nvPr/>
        </p:nvSpPr>
        <p:spPr>
          <a:xfrm>
            <a:off x="7151913" y="925286"/>
            <a:ext cx="4386943" cy="5257800"/>
          </a:xfrm>
          <a:prstGeom prst="roundRect">
            <a:avLst>
              <a:gd name="adj" fmla="val 73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ysClr val="windowText" lastClr="000000"/>
                </a:solidFill>
              </a:rPr>
              <a:t>Insertar imagen o</a:t>
            </a:r>
          </a:p>
          <a:p>
            <a:pPr algn="ctr"/>
            <a:r>
              <a:rPr lang="es-ES">
                <a:solidFill>
                  <a:sysClr val="windowText" lastClr="000000"/>
                </a:solidFill>
              </a:rPr>
              <a:t>datos duros</a:t>
            </a:r>
          </a:p>
        </p:txBody>
      </p:sp>
    </p:spTree>
    <p:extLst>
      <p:ext uri="{BB962C8B-B14F-4D97-AF65-F5344CB8AC3E}">
        <p14:creationId xmlns:p14="http://schemas.microsoft.com/office/powerpoint/2010/main" val="39649965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F4060029-94C8-4CC1-B353-E9612B61B216}"/>
              </a:ext>
            </a:extLst>
          </p:cNvPr>
          <p:cNvSpPr txBox="1">
            <a:spLocks/>
          </p:cNvSpPr>
          <p:nvPr/>
        </p:nvSpPr>
        <p:spPr>
          <a:xfrm>
            <a:off x="3865306" y="1585488"/>
            <a:ext cx="4461387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/>
              <a:t>Título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C356EC1-35C7-4242-B4A4-58DC718E0091}"/>
              </a:ext>
            </a:extLst>
          </p:cNvPr>
          <p:cNvSpPr txBox="1">
            <a:spLocks/>
          </p:cNvSpPr>
          <p:nvPr/>
        </p:nvSpPr>
        <p:spPr>
          <a:xfrm>
            <a:off x="1323339" y="2812036"/>
            <a:ext cx="9545320" cy="16003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Lorem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ipsum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dolor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sit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amet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,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consectetur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i="0" dirty="0" err="1">
                <a:solidFill>
                  <a:schemeClr val="accent6"/>
                </a:solidFill>
                <a:effectLst/>
                <a:cs typeface="Poppins" panose="00000500000000000000" pitchFamily="2" charset="0"/>
              </a:rPr>
              <a:t>adipiscing</a:t>
            </a:r>
            <a:r>
              <a:rPr lang="es-ES" sz="2000" i="0" dirty="0">
                <a:solidFill>
                  <a:schemeClr val="accent6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i="0" dirty="0" err="1">
                <a:solidFill>
                  <a:schemeClr val="accent6"/>
                </a:solidFill>
                <a:effectLst/>
                <a:cs typeface="Poppins" panose="00000500000000000000" pitchFamily="2" charset="0"/>
              </a:rPr>
              <a:t>elit</a:t>
            </a:r>
            <a:r>
              <a:rPr lang="es-ES" sz="2000" i="0" dirty="0">
                <a:solidFill>
                  <a:schemeClr val="accent6"/>
                </a:solidFill>
                <a:effectLst/>
                <a:cs typeface="Poppins" panose="00000500000000000000" pitchFamily="2" charset="0"/>
              </a:rPr>
              <a:t>.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Quisque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luctus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orci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tellus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, quis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tincidunt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turpis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ullamcorper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vitae. </a:t>
            </a:r>
            <a:r>
              <a:rPr lang="es-ES" sz="2000" i="0" dirty="0" err="1">
                <a:solidFill>
                  <a:schemeClr val="accent6"/>
                </a:solidFill>
                <a:effectLst/>
                <a:cs typeface="Poppins" panose="00000500000000000000" pitchFamily="2" charset="0"/>
              </a:rPr>
              <a:t>Pellentesque</a:t>
            </a:r>
            <a:r>
              <a:rPr lang="es-ES" sz="2000" i="0" dirty="0">
                <a:solidFill>
                  <a:schemeClr val="accent6"/>
                </a:solidFill>
                <a:effectLst/>
                <a:cs typeface="Poppins" panose="00000500000000000000" pitchFamily="2" charset="0"/>
              </a:rPr>
              <a:t> ut </a:t>
            </a:r>
            <a:r>
              <a:rPr lang="es-ES" sz="2000" i="0" dirty="0" err="1">
                <a:solidFill>
                  <a:schemeClr val="accent6"/>
                </a:solidFill>
                <a:effectLst/>
                <a:cs typeface="Poppins" panose="00000500000000000000" pitchFamily="2" charset="0"/>
              </a:rPr>
              <a:t>lorem</a:t>
            </a:r>
            <a:r>
              <a:rPr lang="es-ES" sz="2000" i="0" dirty="0">
                <a:solidFill>
                  <a:schemeClr val="accent6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in </a:t>
            </a:r>
            <a:r>
              <a:rPr lang="es-ES" sz="200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nisl</a:t>
            </a:r>
            <a:r>
              <a:rPr lang="es-ES" sz="200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volutpat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tincidunt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a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eget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sapien</a:t>
            </a:r>
            <a:r>
              <a:rPr lang="es-ES" sz="2000" b="0" i="0" dirty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.</a:t>
            </a:r>
            <a:endParaRPr lang="es-ES" sz="2000" dirty="0">
              <a:solidFill>
                <a:schemeClr val="accent6">
                  <a:lumMod val="50000"/>
                </a:schemeClr>
              </a:solidFill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7647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C6589DD-328D-4DAE-AADA-2B757541D89B}"/>
              </a:ext>
            </a:extLst>
          </p:cNvPr>
          <p:cNvSpPr txBox="1">
            <a:spLocks/>
          </p:cNvSpPr>
          <p:nvPr/>
        </p:nvSpPr>
        <p:spPr>
          <a:xfrm>
            <a:off x="3865306" y="1585488"/>
            <a:ext cx="4461387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z="6000" spc="-150"/>
              <a:t>Título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94292CE6-8FE9-477C-8519-874C6B28E95C}"/>
              </a:ext>
            </a:extLst>
          </p:cNvPr>
          <p:cNvSpPr txBox="1">
            <a:spLocks/>
          </p:cNvSpPr>
          <p:nvPr/>
        </p:nvSpPr>
        <p:spPr>
          <a:xfrm>
            <a:off x="1323339" y="2812036"/>
            <a:ext cx="9545320" cy="16003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Lorem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ipsum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dolor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sit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amet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,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consectetur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i="0" dirty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adipiscing</a:t>
            </a:r>
            <a:r>
              <a:rPr lang="es-ES" sz="2000" i="0" dirty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i="0" dirty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elit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. Quisque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luctus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orci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tellus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, quis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tincidunt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turpis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ullamcorper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vitae</a:t>
            </a:r>
            <a:r>
              <a:rPr lang="es-ES" sz="200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.</a:t>
            </a:r>
            <a:r>
              <a:rPr lang="es-ES" sz="2000" i="0" dirty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i="0" dirty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Pellentesque</a:t>
            </a:r>
            <a:r>
              <a:rPr lang="es-ES" sz="2000" i="0" dirty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ut </a:t>
            </a:r>
            <a:r>
              <a:rPr lang="es-ES" sz="2000" i="0" dirty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lorem</a:t>
            </a:r>
            <a:r>
              <a:rPr lang="es-ES" sz="2000" i="0" dirty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in </a:t>
            </a:r>
            <a:r>
              <a:rPr lang="es-ES" sz="2000" i="0" dirty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nisl</a:t>
            </a:r>
            <a:r>
              <a:rPr lang="es-ES" sz="20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volutpat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tincidunt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a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eget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2000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sapien</a:t>
            </a:r>
            <a:r>
              <a:rPr lang="es-ES" sz="20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cs typeface="Poppins" panose="00000500000000000000" pitchFamily="2" charset="0"/>
              </a:rPr>
              <a:t>.</a:t>
            </a:r>
            <a:endParaRPr lang="es-ES" sz="2000" dirty="0">
              <a:solidFill>
                <a:schemeClr val="accent6">
                  <a:lumMod val="60000"/>
                  <a:lumOff val="40000"/>
                </a:schemeClr>
              </a:solidFill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257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DA610-16A8-48B2-BF76-5BF199C772B7}"/>
              </a:ext>
            </a:extLst>
          </p:cNvPr>
          <p:cNvSpPr txBox="1">
            <a:spLocks/>
          </p:cNvSpPr>
          <p:nvPr/>
        </p:nvSpPr>
        <p:spPr>
          <a:xfrm>
            <a:off x="960120" y="786581"/>
            <a:ext cx="7391400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s-ES" sz="6000" spc="-150" err="1">
                <a:solidFill>
                  <a:srgbClr val="FFFFFF"/>
                </a:solidFill>
                <a:latin typeface="+mn-lt"/>
              </a:rPr>
              <a:t>Lorem</a:t>
            </a:r>
            <a:r>
              <a:rPr lang="es-ES" sz="6000" spc="-150">
                <a:solidFill>
                  <a:srgbClr val="FFFFFF"/>
                </a:solidFill>
                <a:latin typeface="+mn-lt"/>
              </a:rPr>
              <a:t> </a:t>
            </a:r>
            <a:r>
              <a:rPr lang="es-ES" sz="6000" spc="-150" err="1">
                <a:solidFill>
                  <a:schemeClr val="tx1">
                    <a:lumMod val="75000"/>
                  </a:schemeClr>
                </a:solidFill>
                <a:latin typeface="+mn-lt"/>
              </a:rPr>
              <a:t>ispsum</a:t>
            </a:r>
            <a:endParaRPr lang="es-ES" sz="6000" spc="-150">
              <a:solidFill>
                <a:schemeClr val="tx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0CE6AF-A41B-4870-8496-1E06E1B7184C}"/>
              </a:ext>
            </a:extLst>
          </p:cNvPr>
          <p:cNvSpPr txBox="1">
            <a:spLocks/>
          </p:cNvSpPr>
          <p:nvPr/>
        </p:nvSpPr>
        <p:spPr>
          <a:xfrm>
            <a:off x="960119" y="1831414"/>
            <a:ext cx="10093961" cy="75677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Lorem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ipsum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dolor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sit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amet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,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consectetur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adipiscing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elit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. Quisque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luctus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orci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tellus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, quis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tincidunt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turpis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ullamcorper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vitae.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Pellentesque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ut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lorem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in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nisl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volutpat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tincidunt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a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eget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err="1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sapien</a:t>
            </a:r>
            <a:r>
              <a:rPr lang="es-ES" sz="1400" b="0" i="0">
                <a:solidFill>
                  <a:srgbClr val="FFFFFF"/>
                </a:solidFill>
                <a:effectLst/>
                <a:cs typeface="Poppins" panose="00000500000000000000" pitchFamily="2" charset="0"/>
              </a:rPr>
              <a:t>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9204EB8-4129-4BA9-9001-5345DB81B30B}"/>
              </a:ext>
            </a:extLst>
          </p:cNvPr>
          <p:cNvSpPr txBox="1">
            <a:spLocks/>
          </p:cNvSpPr>
          <p:nvPr/>
        </p:nvSpPr>
        <p:spPr>
          <a:xfrm>
            <a:off x="2225040" y="2944417"/>
            <a:ext cx="8392160" cy="312700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Lorem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ipsum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dolor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sit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amet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,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consectetur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adipiscing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elit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. Quisque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luctus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orci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tellus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, quis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tincidunt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turpis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ullamcorper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vitae.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Pellentesque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ut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lorem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in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nisl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volutpat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tincidunt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a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eget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sapien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.</a:t>
            </a:r>
            <a:r>
              <a:rPr lang="es-ES" sz="1400" dirty="0">
                <a:solidFill>
                  <a:schemeClr val="accent6">
                    <a:lumMod val="20000"/>
                    <a:lumOff val="80000"/>
                  </a:schemeClr>
                </a:solidFill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Donec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vehicula, leo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bibendum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suscipit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fringilla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,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augue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metus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rhoncus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ipsum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,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dignissim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lacinia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metus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s-ES" sz="1400" dirty="0">
              <a:solidFill>
                <a:schemeClr val="accent6">
                  <a:lumMod val="20000"/>
                  <a:lumOff val="80000"/>
                </a:schemeClr>
              </a:solidFill>
              <a:cs typeface="Poppins" panose="00000500000000000000" pitchFamily="2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Lorem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ipsum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dolor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sit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amet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,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consectetur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adipiscing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elit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. Quisque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luctus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orci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tellus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, quis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tincidunt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turpis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ullamcorper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vitae.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Pellentesque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ut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lorem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in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nisl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volutpat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tincidunt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a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eget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 </a:t>
            </a:r>
            <a:r>
              <a:rPr lang="es-ES" sz="14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sapien</a:t>
            </a:r>
            <a:r>
              <a:rPr lang="es-ES" sz="14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cs typeface="Poppins" panose="00000500000000000000" pitchFamily="2" charset="0"/>
              </a:rPr>
              <a:t>.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5E5A533E-552C-499C-A562-311865842C9B}"/>
              </a:ext>
            </a:extLst>
          </p:cNvPr>
          <p:cNvSpPr/>
          <p:nvPr/>
        </p:nvSpPr>
        <p:spPr>
          <a:xfrm>
            <a:off x="1235578" y="3117805"/>
            <a:ext cx="583062" cy="58306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>
                <a:latin typeface="+mj-lt"/>
              </a:rPr>
              <a:t>01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F99B0FD-8B10-4848-8727-55AC05D8F038}"/>
              </a:ext>
            </a:extLst>
          </p:cNvPr>
          <p:cNvSpPr/>
          <p:nvPr/>
        </p:nvSpPr>
        <p:spPr>
          <a:xfrm>
            <a:off x="1235578" y="4367692"/>
            <a:ext cx="583062" cy="58306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>
                <a:latin typeface="+mj-l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855420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lipse 12">
            <a:extLst>
              <a:ext uri="{FF2B5EF4-FFF2-40B4-BE49-F238E27FC236}">
                <a16:creationId xmlns:a16="http://schemas.microsoft.com/office/drawing/2014/main" id="{681D6B47-08C3-4BC0-AA9B-6A4C0CBF7E3A}"/>
              </a:ext>
            </a:extLst>
          </p:cNvPr>
          <p:cNvSpPr/>
          <p:nvPr/>
        </p:nvSpPr>
        <p:spPr>
          <a:xfrm>
            <a:off x="2021333" y="2154356"/>
            <a:ext cx="5126448" cy="5126448"/>
          </a:xfrm>
          <a:prstGeom prst="ellipse">
            <a:avLst/>
          </a:prstGeom>
          <a:gradFill flip="none" rotWithShape="1">
            <a:gsLst>
              <a:gs pos="2721">
                <a:schemeClr val="accent1">
                  <a:alpha val="26000"/>
                </a:schemeClr>
              </a:gs>
              <a:gs pos="25000">
                <a:schemeClr val="accent1">
                  <a:alpha val="20000"/>
                </a:schemeClr>
              </a:gs>
              <a:gs pos="68000">
                <a:schemeClr val="accent1">
                  <a:shade val="100000"/>
                  <a:satMod val="115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04A7E027-DC86-4097-9D78-E774477CFA31}"/>
              </a:ext>
            </a:extLst>
          </p:cNvPr>
          <p:cNvSpPr/>
          <p:nvPr/>
        </p:nvSpPr>
        <p:spPr>
          <a:xfrm>
            <a:off x="5546708" y="1950010"/>
            <a:ext cx="5671812" cy="1008000"/>
          </a:xfrm>
          <a:prstGeom prst="roundRect">
            <a:avLst/>
          </a:prstGeom>
          <a:solidFill>
            <a:srgbClr val="FFFFFF">
              <a:alpha val="30196"/>
            </a:srgb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D9B4E0CA-145F-4D49-B202-B4A0F6BA72BD}"/>
              </a:ext>
            </a:extLst>
          </p:cNvPr>
          <p:cNvSpPr/>
          <p:nvPr/>
        </p:nvSpPr>
        <p:spPr>
          <a:xfrm>
            <a:off x="5553328" y="3100041"/>
            <a:ext cx="5665191" cy="1008000"/>
          </a:xfrm>
          <a:prstGeom prst="roundRect">
            <a:avLst/>
          </a:prstGeom>
          <a:solidFill>
            <a:srgbClr val="FFFFFF">
              <a:alpha val="30196"/>
            </a:srgb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FB196AAF-CC52-4AA0-AADB-19BE905390A4}"/>
              </a:ext>
            </a:extLst>
          </p:cNvPr>
          <p:cNvSpPr/>
          <p:nvPr/>
        </p:nvSpPr>
        <p:spPr>
          <a:xfrm>
            <a:off x="5553328" y="4250072"/>
            <a:ext cx="5665191" cy="1008000"/>
          </a:xfrm>
          <a:prstGeom prst="roundRect">
            <a:avLst/>
          </a:prstGeom>
          <a:solidFill>
            <a:srgbClr val="FFFFFF">
              <a:alpha val="30196"/>
            </a:srgb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Rectángulo: esquinas redondeadas 57">
            <a:extLst>
              <a:ext uri="{FF2B5EF4-FFF2-40B4-BE49-F238E27FC236}">
                <a16:creationId xmlns:a16="http://schemas.microsoft.com/office/drawing/2014/main" id="{5EE63E96-B3F4-4BA4-8852-C0DB568FBC96}"/>
              </a:ext>
            </a:extLst>
          </p:cNvPr>
          <p:cNvSpPr/>
          <p:nvPr/>
        </p:nvSpPr>
        <p:spPr>
          <a:xfrm>
            <a:off x="5553328" y="5400104"/>
            <a:ext cx="5665191" cy="1008000"/>
          </a:xfrm>
          <a:prstGeom prst="roundRect">
            <a:avLst/>
          </a:prstGeom>
          <a:solidFill>
            <a:srgbClr val="FFFFFF">
              <a:alpha val="30196"/>
            </a:srgb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1D3AFE70-0F3C-45CA-AFA4-5361B3B0F871}"/>
              </a:ext>
            </a:extLst>
          </p:cNvPr>
          <p:cNvCxnSpPr>
            <a:cxnSpLocks/>
          </p:cNvCxnSpPr>
          <p:nvPr/>
        </p:nvCxnSpPr>
        <p:spPr>
          <a:xfrm>
            <a:off x="5069104" y="1037417"/>
            <a:ext cx="0" cy="47181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A700F27-2B33-46D7-840E-C3B4D7F8F17D}"/>
              </a:ext>
            </a:extLst>
          </p:cNvPr>
          <p:cNvSpPr/>
          <p:nvPr/>
        </p:nvSpPr>
        <p:spPr>
          <a:xfrm>
            <a:off x="4775547" y="893810"/>
            <a:ext cx="587115" cy="35471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22802D8-53D1-4B6A-B143-744DF1DD8DE3}"/>
              </a:ext>
            </a:extLst>
          </p:cNvPr>
          <p:cNvSpPr/>
          <p:nvPr/>
        </p:nvSpPr>
        <p:spPr>
          <a:xfrm>
            <a:off x="5540088" y="799978"/>
            <a:ext cx="5678432" cy="1008000"/>
          </a:xfrm>
          <a:prstGeom prst="roundRect">
            <a:avLst/>
          </a:prstGeom>
          <a:solidFill>
            <a:srgbClr val="FFFFFF">
              <a:alpha val="30196"/>
            </a:srgbClr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4A52377-3CDF-45D9-B13A-2E582E948BD0}"/>
              </a:ext>
            </a:extLst>
          </p:cNvPr>
          <p:cNvSpPr txBox="1">
            <a:spLocks/>
          </p:cNvSpPr>
          <p:nvPr/>
        </p:nvSpPr>
        <p:spPr>
          <a:xfrm>
            <a:off x="854736" y="588603"/>
            <a:ext cx="3155730" cy="13028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Fases del proyecto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125F92B-562B-4C20-81A9-E18ACE101318}"/>
              </a:ext>
            </a:extLst>
          </p:cNvPr>
          <p:cNvSpPr txBox="1"/>
          <p:nvPr/>
        </p:nvSpPr>
        <p:spPr>
          <a:xfrm>
            <a:off x="7883902" y="960011"/>
            <a:ext cx="3128185" cy="324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 err="1">
                <a:effectLst/>
              </a:rPr>
              <a:t>Descripción</a:t>
            </a:r>
            <a:endParaRPr lang="es-MX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D9EDA17-156B-41E1-A4C8-A541D46A1BDB}"/>
              </a:ext>
            </a:extLst>
          </p:cNvPr>
          <p:cNvSpPr txBox="1"/>
          <p:nvPr/>
        </p:nvSpPr>
        <p:spPr>
          <a:xfrm>
            <a:off x="5762843" y="909501"/>
            <a:ext cx="1655717" cy="32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400" b="1" kern="100" dirty="0">
                <a:effectLst/>
                <a:latin typeface="+mj-lt"/>
              </a:rPr>
              <a:t>Nombre fase 1</a:t>
            </a:r>
            <a:endParaRPr lang="es-MX" sz="14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D578EA5C-C681-40C9-A4BA-FC768AEC1AD4}"/>
              </a:ext>
            </a:extLst>
          </p:cNvPr>
          <p:cNvSpPr/>
          <p:nvPr/>
        </p:nvSpPr>
        <p:spPr>
          <a:xfrm>
            <a:off x="4775547" y="2088739"/>
            <a:ext cx="587115" cy="35471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D0B5B16-2A4C-4247-9614-2303A5271428}"/>
              </a:ext>
            </a:extLst>
          </p:cNvPr>
          <p:cNvSpPr txBox="1"/>
          <p:nvPr/>
        </p:nvSpPr>
        <p:spPr>
          <a:xfrm>
            <a:off x="7883902" y="2060257"/>
            <a:ext cx="2767124" cy="324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 err="1">
                <a:effectLst/>
              </a:rPr>
              <a:t>Descripción</a:t>
            </a:r>
            <a:endParaRPr lang="es-MX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1E3F715-DEBB-4F24-B0E6-E91E545FF9DF}"/>
              </a:ext>
            </a:extLst>
          </p:cNvPr>
          <p:cNvSpPr txBox="1"/>
          <p:nvPr/>
        </p:nvSpPr>
        <p:spPr>
          <a:xfrm>
            <a:off x="5762842" y="2121068"/>
            <a:ext cx="1553565" cy="32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400" b="1" kern="100" dirty="0">
                <a:effectLst/>
                <a:latin typeface="+mj-lt"/>
              </a:rPr>
              <a:t>Nombre fase</a:t>
            </a:r>
            <a:r>
              <a:rPr lang="es-MX" sz="14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9A62F6BE-E054-4010-AAD0-4226C7994250}"/>
              </a:ext>
            </a:extLst>
          </p:cNvPr>
          <p:cNvSpPr/>
          <p:nvPr/>
        </p:nvSpPr>
        <p:spPr>
          <a:xfrm>
            <a:off x="4775547" y="3284613"/>
            <a:ext cx="587115" cy="35471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6DA9EFF-AB03-4CC9-BFB0-84629AF0557F}"/>
              </a:ext>
            </a:extLst>
          </p:cNvPr>
          <p:cNvSpPr txBox="1"/>
          <p:nvPr/>
        </p:nvSpPr>
        <p:spPr>
          <a:xfrm>
            <a:off x="7883902" y="3295137"/>
            <a:ext cx="2767124" cy="324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 err="1">
                <a:effectLst/>
              </a:rPr>
              <a:t>Descripción</a:t>
            </a:r>
            <a:endParaRPr lang="es-MX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8F4C389-D77D-4F97-B3AC-29FDE8461336}"/>
              </a:ext>
            </a:extLst>
          </p:cNvPr>
          <p:cNvSpPr txBox="1"/>
          <p:nvPr/>
        </p:nvSpPr>
        <p:spPr>
          <a:xfrm>
            <a:off x="5762843" y="3296451"/>
            <a:ext cx="2143397" cy="32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400" b="1" kern="100" dirty="0">
                <a:effectLst/>
                <a:latin typeface="+mj-lt"/>
              </a:rPr>
              <a:t>Nombre fase 3</a:t>
            </a:r>
            <a:endParaRPr lang="es-MX" sz="14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6222DAC0-5589-4074-A094-98954F24686F}"/>
              </a:ext>
            </a:extLst>
          </p:cNvPr>
          <p:cNvSpPr/>
          <p:nvPr/>
        </p:nvSpPr>
        <p:spPr>
          <a:xfrm>
            <a:off x="4775547" y="4419065"/>
            <a:ext cx="587115" cy="35471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E7268BBC-D9CB-4B4C-BF48-6853365395D1}"/>
              </a:ext>
            </a:extLst>
          </p:cNvPr>
          <p:cNvSpPr txBox="1"/>
          <p:nvPr/>
        </p:nvSpPr>
        <p:spPr>
          <a:xfrm>
            <a:off x="7883901" y="4407819"/>
            <a:ext cx="3128185" cy="324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 err="1">
                <a:effectLst/>
              </a:rPr>
              <a:t>Descripción</a:t>
            </a:r>
            <a:endParaRPr lang="es-MX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DD5E426B-51C6-4F27-90C5-F131C666C86F}"/>
              </a:ext>
            </a:extLst>
          </p:cNvPr>
          <p:cNvSpPr txBox="1"/>
          <p:nvPr/>
        </p:nvSpPr>
        <p:spPr>
          <a:xfrm>
            <a:off x="5762843" y="4407819"/>
            <a:ext cx="1894630" cy="32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1400" b="1" kern="100" dirty="0">
                <a:effectLst/>
                <a:latin typeface="+mj-lt"/>
              </a:rPr>
              <a:t>Nombre fase 4</a:t>
            </a:r>
            <a:endParaRPr lang="es-MX" sz="14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20C871AD-D931-4511-9E13-7B49C8A76C53}"/>
              </a:ext>
            </a:extLst>
          </p:cNvPr>
          <p:cNvSpPr/>
          <p:nvPr/>
        </p:nvSpPr>
        <p:spPr>
          <a:xfrm>
            <a:off x="4775547" y="5571787"/>
            <a:ext cx="587115" cy="35471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8AD812CE-5C3A-4306-B9EE-44F144D6C7F7}"/>
              </a:ext>
            </a:extLst>
          </p:cNvPr>
          <p:cNvSpPr txBox="1"/>
          <p:nvPr/>
        </p:nvSpPr>
        <p:spPr>
          <a:xfrm>
            <a:off x="7883902" y="5554958"/>
            <a:ext cx="3128184" cy="324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 err="1">
                <a:effectLst/>
              </a:rPr>
              <a:t>Descripción</a:t>
            </a:r>
            <a:endParaRPr lang="es-MX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F332D2D-22BE-4E68-AEA0-56E05CDAEB12}"/>
              </a:ext>
            </a:extLst>
          </p:cNvPr>
          <p:cNvSpPr txBox="1"/>
          <p:nvPr/>
        </p:nvSpPr>
        <p:spPr>
          <a:xfrm>
            <a:off x="5762843" y="5560433"/>
            <a:ext cx="2024525" cy="32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MX" sz="1400" b="1" kern="100" dirty="0">
                <a:effectLst/>
                <a:latin typeface="+mj-lt"/>
              </a:rPr>
              <a:t>Nombre fase 5</a:t>
            </a:r>
            <a:endParaRPr lang="es-MX" sz="1400" b="1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BB6B1B0-626B-4054-AEBC-039F168DB30A}"/>
              </a:ext>
            </a:extLst>
          </p:cNvPr>
          <p:cNvSpPr txBox="1">
            <a:spLocks/>
          </p:cNvSpPr>
          <p:nvPr/>
        </p:nvSpPr>
        <p:spPr>
          <a:xfrm>
            <a:off x="4768925" y="855472"/>
            <a:ext cx="600358" cy="3657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B02A694C-FE5B-48DD-B090-FE1FF57FBF2D}"/>
              </a:ext>
            </a:extLst>
          </p:cNvPr>
          <p:cNvSpPr txBox="1">
            <a:spLocks/>
          </p:cNvSpPr>
          <p:nvPr/>
        </p:nvSpPr>
        <p:spPr>
          <a:xfrm>
            <a:off x="4768925" y="2050401"/>
            <a:ext cx="600358" cy="3657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D1F8A996-E057-4DA4-88A7-61ABABAAD8BC}"/>
              </a:ext>
            </a:extLst>
          </p:cNvPr>
          <p:cNvSpPr txBox="1">
            <a:spLocks/>
          </p:cNvSpPr>
          <p:nvPr/>
        </p:nvSpPr>
        <p:spPr>
          <a:xfrm>
            <a:off x="4768925" y="3246275"/>
            <a:ext cx="600358" cy="3657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44" name="Título 1">
            <a:extLst>
              <a:ext uri="{FF2B5EF4-FFF2-40B4-BE49-F238E27FC236}">
                <a16:creationId xmlns:a16="http://schemas.microsoft.com/office/drawing/2014/main" id="{F1CC0777-5709-4146-8BAA-68B9E0C7F122}"/>
              </a:ext>
            </a:extLst>
          </p:cNvPr>
          <p:cNvSpPr txBox="1">
            <a:spLocks/>
          </p:cNvSpPr>
          <p:nvPr/>
        </p:nvSpPr>
        <p:spPr>
          <a:xfrm>
            <a:off x="4768925" y="4380727"/>
            <a:ext cx="600358" cy="3657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50" name="Título 1">
            <a:extLst>
              <a:ext uri="{FF2B5EF4-FFF2-40B4-BE49-F238E27FC236}">
                <a16:creationId xmlns:a16="http://schemas.microsoft.com/office/drawing/2014/main" id="{FE3274D1-0ED6-4328-B1B4-11FE6A6375F1}"/>
              </a:ext>
            </a:extLst>
          </p:cNvPr>
          <p:cNvSpPr txBox="1">
            <a:spLocks/>
          </p:cNvSpPr>
          <p:nvPr/>
        </p:nvSpPr>
        <p:spPr>
          <a:xfrm>
            <a:off x="4768925" y="5533449"/>
            <a:ext cx="600358" cy="36576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 dirty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6B262735-BF07-40B1-A555-3ADBBC0FA6B4}"/>
              </a:ext>
            </a:extLst>
          </p:cNvPr>
          <p:cNvSpPr/>
          <p:nvPr/>
        </p:nvSpPr>
        <p:spPr>
          <a:xfrm>
            <a:off x="5565175" y="319469"/>
            <a:ext cx="5653344" cy="35471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6AAC703-F74E-4234-983F-01F8733DD26F}"/>
              </a:ext>
            </a:extLst>
          </p:cNvPr>
          <p:cNvSpPr txBox="1"/>
          <p:nvPr/>
        </p:nvSpPr>
        <p:spPr>
          <a:xfrm>
            <a:off x="5762843" y="335851"/>
            <a:ext cx="1655717" cy="32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400" b="1" kern="100">
                <a:solidFill>
                  <a:schemeClr val="bg2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Fase</a:t>
            </a:r>
            <a:endParaRPr lang="es-MX" sz="1400" b="1" kern="100">
              <a:solidFill>
                <a:schemeClr val="bg2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41A4EBE7-03B3-47B7-82A0-DBCB6850D732}"/>
              </a:ext>
            </a:extLst>
          </p:cNvPr>
          <p:cNvSpPr txBox="1"/>
          <p:nvPr/>
        </p:nvSpPr>
        <p:spPr>
          <a:xfrm>
            <a:off x="7906240" y="335851"/>
            <a:ext cx="1655717" cy="32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MX" sz="1400" b="1" kern="100" dirty="0">
                <a:solidFill>
                  <a:schemeClr val="bg2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endParaRPr lang="es-MX" sz="1400" b="1" kern="100" dirty="0">
              <a:solidFill>
                <a:schemeClr val="bg2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659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7346A1AD-6105-4AC1-B979-F6495830029C}"/>
              </a:ext>
            </a:extLst>
          </p:cNvPr>
          <p:cNvSpPr/>
          <p:nvPr/>
        </p:nvSpPr>
        <p:spPr>
          <a:xfrm>
            <a:off x="3236477" y="1014705"/>
            <a:ext cx="5126448" cy="5126448"/>
          </a:xfrm>
          <a:prstGeom prst="ellipse">
            <a:avLst/>
          </a:prstGeom>
          <a:gradFill flip="none" rotWithShape="1">
            <a:gsLst>
              <a:gs pos="2721">
                <a:schemeClr val="accent1">
                  <a:alpha val="26000"/>
                </a:schemeClr>
              </a:gs>
              <a:gs pos="25000">
                <a:schemeClr val="accent1">
                  <a:alpha val="20000"/>
                </a:schemeClr>
              </a:gs>
              <a:gs pos="68000">
                <a:schemeClr val="accent1">
                  <a:shade val="100000"/>
                  <a:satMod val="115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3371AB9-E45F-4B95-B967-9EB484DB2184}"/>
              </a:ext>
            </a:extLst>
          </p:cNvPr>
          <p:cNvSpPr/>
          <p:nvPr/>
        </p:nvSpPr>
        <p:spPr>
          <a:xfrm>
            <a:off x="2568813" y="2116200"/>
            <a:ext cx="4713512" cy="4713512"/>
          </a:xfrm>
          <a:prstGeom prst="ellipse">
            <a:avLst/>
          </a:prstGeom>
          <a:gradFill flip="none" rotWithShape="1">
            <a:gsLst>
              <a:gs pos="2721">
                <a:schemeClr val="accent3">
                  <a:alpha val="26000"/>
                </a:schemeClr>
              </a:gs>
              <a:gs pos="25000">
                <a:schemeClr val="accent3">
                  <a:alpha val="20000"/>
                </a:schemeClr>
              </a:gs>
              <a:gs pos="68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2FF9DDC-1DA7-4D31-993B-93542FFA7F95}"/>
              </a:ext>
            </a:extLst>
          </p:cNvPr>
          <p:cNvSpPr/>
          <p:nvPr/>
        </p:nvSpPr>
        <p:spPr>
          <a:xfrm flipV="1">
            <a:off x="6096000" y="4931484"/>
            <a:ext cx="5388864" cy="1275254"/>
          </a:xfrm>
          <a:prstGeom prst="roundRect">
            <a:avLst>
              <a:gd name="adj" fmla="val 16613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endParaRPr lang="es-ES" sz="16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6724E85-0B88-460D-AA9B-4A291C578633}"/>
              </a:ext>
            </a:extLst>
          </p:cNvPr>
          <p:cNvSpPr/>
          <p:nvPr/>
        </p:nvSpPr>
        <p:spPr>
          <a:xfrm>
            <a:off x="6096000" y="627438"/>
            <a:ext cx="5388864" cy="4109555"/>
          </a:xfrm>
          <a:prstGeom prst="roundRect">
            <a:avLst>
              <a:gd name="adj" fmla="val 5957"/>
            </a:avLst>
          </a:prstGeom>
          <a:solidFill>
            <a:srgbClr val="FFFFFF">
              <a:alpha val="50196"/>
            </a:srgbClr>
          </a:solidFill>
          <a:ln w="19050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endParaRPr lang="es-ES" sz="16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D7F3452-2DB3-4EDB-9BE8-1F8833D90B8B}"/>
              </a:ext>
            </a:extLst>
          </p:cNvPr>
          <p:cNvSpPr txBox="1">
            <a:spLocks/>
          </p:cNvSpPr>
          <p:nvPr/>
        </p:nvSpPr>
        <p:spPr>
          <a:xfrm>
            <a:off x="878047" y="1059034"/>
            <a:ext cx="3511074" cy="1841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5400" dirty="0"/>
              <a:t>Insertar título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C4EDAC3-66C3-4E18-86CB-52FFB4858A99}"/>
              </a:ext>
            </a:extLst>
          </p:cNvPr>
          <p:cNvSpPr txBox="1">
            <a:spLocks/>
          </p:cNvSpPr>
          <p:nvPr/>
        </p:nvSpPr>
        <p:spPr>
          <a:xfrm>
            <a:off x="6632447" y="1193811"/>
            <a:ext cx="4015887" cy="438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SzPts val="1000"/>
              <a:buFont typeface="Arial" panose="020B0604020202020204" pitchFamily="34" charset="0"/>
              <a:buNone/>
              <a:tabLst>
                <a:tab pos="457200" algn="l"/>
              </a:tabLst>
            </a:pP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Lorem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ipsum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dolor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sit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amet</a:t>
            </a:r>
            <a:endParaRPr lang="es-ES" sz="1800" b="1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Subtítulo 3">
            <a:extLst>
              <a:ext uri="{FF2B5EF4-FFF2-40B4-BE49-F238E27FC236}">
                <a16:creationId xmlns:a16="http://schemas.microsoft.com/office/drawing/2014/main" id="{616FCA27-6AD4-480C-A178-CCCE8E707986}"/>
              </a:ext>
            </a:extLst>
          </p:cNvPr>
          <p:cNvSpPr txBox="1">
            <a:spLocks/>
          </p:cNvSpPr>
          <p:nvPr/>
        </p:nvSpPr>
        <p:spPr>
          <a:xfrm>
            <a:off x="1827278" y="2900697"/>
            <a:ext cx="3182111" cy="936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ES" sz="1800" dirty="0" err="1">
                <a:solidFill>
                  <a:schemeClr val="accent6">
                    <a:lumMod val="50000"/>
                  </a:schemeClr>
                </a:solidFill>
              </a:rPr>
              <a:t>Lorem</a:t>
            </a:r>
            <a:r>
              <a:rPr lang="es-ES" sz="1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1800" dirty="0" err="1">
                <a:solidFill>
                  <a:schemeClr val="accent6">
                    <a:lumMod val="50000"/>
                  </a:schemeClr>
                </a:solidFill>
              </a:rPr>
              <a:t>ipsum</a:t>
            </a:r>
            <a:r>
              <a:rPr lang="es-ES" sz="1800" dirty="0">
                <a:solidFill>
                  <a:schemeClr val="accent6">
                    <a:lumMod val="50000"/>
                  </a:schemeClr>
                </a:solidFill>
              </a:rPr>
              <a:t> dolor </a:t>
            </a:r>
            <a:r>
              <a:rPr lang="es-ES" sz="1800" dirty="0" err="1">
                <a:solidFill>
                  <a:schemeClr val="accent6">
                    <a:lumMod val="50000"/>
                  </a:schemeClr>
                </a:solidFill>
              </a:rPr>
              <a:t>sit</a:t>
            </a:r>
            <a:r>
              <a:rPr lang="es-ES" sz="1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1800" dirty="0" err="1">
                <a:solidFill>
                  <a:schemeClr val="accent6">
                    <a:lumMod val="50000"/>
                  </a:schemeClr>
                </a:solidFill>
              </a:rPr>
              <a:t>amet</a:t>
            </a:r>
            <a:r>
              <a:rPr lang="es-ES" sz="18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s-ES" sz="1800" dirty="0" err="1">
                <a:solidFill>
                  <a:schemeClr val="accent6">
                    <a:lumMod val="50000"/>
                  </a:schemeClr>
                </a:solidFill>
              </a:rPr>
              <a:t>adipiscing</a:t>
            </a:r>
            <a:r>
              <a:rPr lang="es-ES" sz="18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s-ES" sz="1800" dirty="0" err="1">
                <a:solidFill>
                  <a:schemeClr val="accent6">
                    <a:lumMod val="50000"/>
                  </a:schemeClr>
                </a:solidFill>
              </a:rPr>
              <a:t>elit</a:t>
            </a:r>
            <a:r>
              <a:rPr lang="es-ES" sz="1800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B0BFBC9A-792F-4651-B23F-FDDE9A62B10B}"/>
              </a:ext>
            </a:extLst>
          </p:cNvPr>
          <p:cNvSpPr txBox="1">
            <a:spLocks/>
          </p:cNvSpPr>
          <p:nvPr/>
        </p:nvSpPr>
        <p:spPr>
          <a:xfrm>
            <a:off x="6632448" y="2239368"/>
            <a:ext cx="4248912" cy="936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ts val="1000"/>
              <a:tabLst>
                <a:tab pos="457200" algn="l"/>
              </a:tabLst>
            </a:pP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Lorem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ipsum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dolor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sit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amet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consectetur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adipiscing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elit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s-ES" sz="18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C589B26C-C605-4A26-9826-B882964C4CDC}"/>
              </a:ext>
            </a:extLst>
          </p:cNvPr>
          <p:cNvSpPr txBox="1">
            <a:spLocks/>
          </p:cNvSpPr>
          <p:nvPr/>
        </p:nvSpPr>
        <p:spPr>
          <a:xfrm>
            <a:off x="6632448" y="5072335"/>
            <a:ext cx="3279648" cy="993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SzPts val="1000"/>
              <a:tabLst>
                <a:tab pos="457200" algn="l"/>
              </a:tabLst>
            </a:pPr>
            <a:r>
              <a:rPr lang="es-ES" sz="1800" kern="0" dirty="0">
                <a:solidFill>
                  <a:schemeClr val="bg2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Destacado opcional</a:t>
            </a:r>
            <a:endParaRPr lang="es-ES" sz="1800" b="1" kern="0" dirty="0">
              <a:solidFill>
                <a:schemeClr val="bg2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E288C7A0-C4B4-420B-A2B0-254882D16C39}"/>
              </a:ext>
            </a:extLst>
          </p:cNvPr>
          <p:cNvSpPr txBox="1">
            <a:spLocks/>
          </p:cNvSpPr>
          <p:nvPr/>
        </p:nvSpPr>
        <p:spPr>
          <a:xfrm>
            <a:off x="6632448" y="3628700"/>
            <a:ext cx="4248912" cy="788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ts val="1000"/>
              <a:tabLst>
                <a:tab pos="457200" algn="l"/>
              </a:tabLst>
            </a:pP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Lorem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</a:rPr>
              <a:t>ipsum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</a:rPr>
              <a:t> dolor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</a:rPr>
              <a:t>sit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</a:rPr>
              <a:t>amet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</a:rPr>
              <a:t>,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</a:rPr>
              <a:t>consectetur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</a:rPr>
              <a:t>adipiscing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s-ES" sz="1800" kern="0" dirty="0" err="1">
                <a:solidFill>
                  <a:srgbClr val="000000"/>
                </a:solidFill>
                <a:ea typeface="Times New Roman" panose="02020603050405020304" pitchFamily="18" charset="0"/>
              </a:rPr>
              <a:t>elit</a:t>
            </a:r>
            <a:r>
              <a:rPr lang="es-ES" sz="1800" kern="0" dirty="0">
                <a:solidFill>
                  <a:srgbClr val="000000"/>
                </a:solidFill>
                <a:ea typeface="Times New Roman" panose="02020603050405020304" pitchFamily="18" charset="0"/>
              </a:rPr>
              <a:t>. </a:t>
            </a:r>
            <a:endParaRPr lang="es-ES" sz="1800" kern="100" dirty="0">
              <a:solidFill>
                <a:srgbClr val="00000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4EB5092A-50B9-41D5-AD48-5140A7ECF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135992" y="3023586"/>
            <a:ext cx="324000" cy="324000"/>
          </a:xfrm>
          <a:prstGeom prst="rect">
            <a:avLst/>
          </a:prstGeom>
        </p:spPr>
      </p:pic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9779E67-F464-4AFC-8BF5-C57A35F3D445}"/>
              </a:ext>
            </a:extLst>
          </p:cNvPr>
          <p:cNvSpPr/>
          <p:nvPr/>
        </p:nvSpPr>
        <p:spPr>
          <a:xfrm>
            <a:off x="878046" y="3002163"/>
            <a:ext cx="785206" cy="366847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50278B18-C812-4C06-8CBF-47AD7BC6D99C}"/>
              </a:ext>
            </a:extLst>
          </p:cNvPr>
          <p:cNvCxnSpPr>
            <a:cxnSpLocks/>
          </p:cNvCxnSpPr>
          <p:nvPr/>
        </p:nvCxnSpPr>
        <p:spPr>
          <a:xfrm>
            <a:off x="6632448" y="1928473"/>
            <a:ext cx="4248912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1A658855-6DB5-49F0-9B46-50287D5988C3}"/>
              </a:ext>
            </a:extLst>
          </p:cNvPr>
          <p:cNvCxnSpPr>
            <a:cxnSpLocks/>
          </p:cNvCxnSpPr>
          <p:nvPr/>
        </p:nvCxnSpPr>
        <p:spPr>
          <a:xfrm>
            <a:off x="6632448" y="3263564"/>
            <a:ext cx="4248912" cy="0"/>
          </a:xfrm>
          <a:prstGeom prst="line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6922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389F280-30D2-495B-BEB5-B3A1CA5EBBE1}"/>
              </a:ext>
            </a:extLst>
          </p:cNvPr>
          <p:cNvSpPr/>
          <p:nvPr/>
        </p:nvSpPr>
        <p:spPr>
          <a:xfrm>
            <a:off x="4340377" y="3837607"/>
            <a:ext cx="3231871" cy="3367865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endParaRPr lang="es-ES" sz="16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CDF8558-2EF9-4FFB-8665-6A2FF784997C}"/>
              </a:ext>
            </a:extLst>
          </p:cNvPr>
          <p:cNvSpPr/>
          <p:nvPr/>
        </p:nvSpPr>
        <p:spPr>
          <a:xfrm>
            <a:off x="6041023" y="4067685"/>
            <a:ext cx="1375473" cy="44361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CA71266-E72D-4914-BF6A-44D96FB38031}"/>
              </a:ext>
            </a:extLst>
          </p:cNvPr>
          <p:cNvSpPr/>
          <p:nvPr/>
        </p:nvSpPr>
        <p:spPr>
          <a:xfrm>
            <a:off x="4511509" y="4067685"/>
            <a:ext cx="1375473" cy="4436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09EC4A7-E1FF-49FF-8EA5-000705AF63DB}"/>
              </a:ext>
            </a:extLst>
          </p:cNvPr>
          <p:cNvSpPr/>
          <p:nvPr/>
        </p:nvSpPr>
        <p:spPr>
          <a:xfrm>
            <a:off x="853222" y="4288535"/>
            <a:ext cx="3231871" cy="2916937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endParaRPr lang="es-ES" sz="16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28ED03B-90AF-47E4-9E6B-6B54DD8F635A}"/>
              </a:ext>
            </a:extLst>
          </p:cNvPr>
          <p:cNvSpPr txBox="1">
            <a:spLocks/>
          </p:cNvSpPr>
          <p:nvPr/>
        </p:nvSpPr>
        <p:spPr>
          <a:xfrm>
            <a:off x="853222" y="644405"/>
            <a:ext cx="6548252" cy="249473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800" dirty="0"/>
              <a:t>Insertar título</a:t>
            </a:r>
            <a:endParaRPr lang="es-ES" sz="4800" dirty="0">
              <a:solidFill>
                <a:schemeClr val="accent6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685644-55FD-4D5A-AE2F-E07A2B57EA45}"/>
              </a:ext>
            </a:extLst>
          </p:cNvPr>
          <p:cNvSpPr txBox="1"/>
          <p:nvPr/>
        </p:nvSpPr>
        <p:spPr>
          <a:xfrm>
            <a:off x="1041437" y="5262032"/>
            <a:ext cx="1890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kern="0" dirty="0">
                <a:effectLst/>
              </a:rPr>
              <a:t>Resultados</a:t>
            </a:r>
            <a:endParaRPr lang="es-E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03070F0-1324-4342-AFD9-D69062F3C6C9}"/>
              </a:ext>
            </a:extLst>
          </p:cNvPr>
          <p:cNvSpPr txBox="1"/>
          <p:nvPr/>
        </p:nvSpPr>
        <p:spPr>
          <a:xfrm>
            <a:off x="2659576" y="5200476"/>
            <a:ext cx="12057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s-ES" sz="2000" kern="0" dirty="0">
                <a:solidFill>
                  <a:schemeClr val="accent6">
                    <a:lumMod val="50000"/>
                  </a:schemeClr>
                </a:solidFill>
                <a:effectLst/>
                <a:latin typeface="+mj-lt"/>
              </a:rPr>
              <a:t>10k</a:t>
            </a:r>
            <a:endParaRPr lang="es-ES" sz="2000" kern="100" dirty="0">
              <a:solidFill>
                <a:schemeClr val="accent6">
                  <a:lumMod val="50000"/>
                </a:schemeClr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135DC91-188D-4635-844B-EACCEF1FD219}"/>
              </a:ext>
            </a:extLst>
          </p:cNvPr>
          <p:cNvSpPr txBox="1"/>
          <p:nvPr/>
        </p:nvSpPr>
        <p:spPr>
          <a:xfrm>
            <a:off x="1041437" y="5980835"/>
            <a:ext cx="15423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kern="0" dirty="0">
                <a:effectLst/>
              </a:rPr>
              <a:t>Resultados</a:t>
            </a:r>
            <a:endParaRPr lang="es-E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677053-EE95-463C-AE57-4109E6CE51A3}"/>
              </a:ext>
            </a:extLst>
          </p:cNvPr>
          <p:cNvSpPr txBox="1"/>
          <p:nvPr/>
        </p:nvSpPr>
        <p:spPr>
          <a:xfrm>
            <a:off x="2444692" y="5919279"/>
            <a:ext cx="1420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s-ES" sz="2000" kern="0" dirty="0">
                <a:solidFill>
                  <a:schemeClr val="accent6">
                    <a:lumMod val="50000"/>
                  </a:schemeClr>
                </a:solidFill>
                <a:effectLst/>
                <a:latin typeface="+mj-lt"/>
              </a:rPr>
              <a:t>10k</a:t>
            </a:r>
            <a:endParaRPr lang="es-ES" sz="2000" kern="100" dirty="0">
              <a:solidFill>
                <a:schemeClr val="accent6">
                  <a:lumMod val="50000"/>
                </a:schemeClr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29D1DAC-0DEE-4915-8474-66E5253BE44B}"/>
              </a:ext>
            </a:extLst>
          </p:cNvPr>
          <p:cNvSpPr txBox="1"/>
          <p:nvPr/>
        </p:nvSpPr>
        <p:spPr>
          <a:xfrm>
            <a:off x="4694363" y="4089436"/>
            <a:ext cx="1032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2000" kern="0">
                <a:effectLst/>
                <a:latin typeface="+mj-lt"/>
              </a:rPr>
              <a:t>Año 2</a:t>
            </a:r>
            <a:endParaRPr lang="es-ES" sz="2000" kern="1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7E17795-62E1-46E3-B756-B738AC8897CD}"/>
              </a:ext>
            </a:extLst>
          </p:cNvPr>
          <p:cNvSpPr txBox="1"/>
          <p:nvPr/>
        </p:nvSpPr>
        <p:spPr>
          <a:xfrm>
            <a:off x="4528592" y="4984876"/>
            <a:ext cx="1890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kern="0" dirty="0">
                <a:effectLst/>
              </a:rPr>
              <a:t>Resultados</a:t>
            </a:r>
            <a:endParaRPr lang="es-E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1200916-3252-4200-84C9-E87342EF8B6C}"/>
              </a:ext>
            </a:extLst>
          </p:cNvPr>
          <p:cNvSpPr txBox="1"/>
          <p:nvPr/>
        </p:nvSpPr>
        <p:spPr>
          <a:xfrm>
            <a:off x="6177846" y="4923320"/>
            <a:ext cx="12660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s-ES" sz="2000" kern="0" dirty="0">
                <a:solidFill>
                  <a:schemeClr val="accent6">
                    <a:lumMod val="50000"/>
                  </a:schemeClr>
                </a:solidFill>
                <a:effectLst/>
                <a:latin typeface="+mj-lt"/>
              </a:rPr>
              <a:t>10k</a:t>
            </a:r>
            <a:endParaRPr lang="es-ES" sz="2000" kern="100" dirty="0">
              <a:solidFill>
                <a:schemeClr val="accent6">
                  <a:lumMod val="50000"/>
                </a:schemeClr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F5D7284-99D4-411B-A9AF-04F28ED3D70A}"/>
              </a:ext>
            </a:extLst>
          </p:cNvPr>
          <p:cNvSpPr txBox="1"/>
          <p:nvPr/>
        </p:nvSpPr>
        <p:spPr>
          <a:xfrm>
            <a:off x="4528592" y="5703679"/>
            <a:ext cx="14785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kern="0" dirty="0">
                <a:effectLst/>
              </a:rPr>
              <a:t>Resultados</a:t>
            </a:r>
            <a:endParaRPr lang="es-E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38F1731-2D4F-4356-A62C-A8DC20F1621C}"/>
              </a:ext>
            </a:extLst>
          </p:cNvPr>
          <p:cNvSpPr txBox="1"/>
          <p:nvPr/>
        </p:nvSpPr>
        <p:spPr>
          <a:xfrm>
            <a:off x="6093654" y="5642123"/>
            <a:ext cx="13502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s-ES" sz="2000" kern="0" dirty="0">
                <a:solidFill>
                  <a:schemeClr val="accent6">
                    <a:lumMod val="50000"/>
                  </a:schemeClr>
                </a:solidFill>
                <a:effectLst/>
                <a:latin typeface="+mj-lt"/>
              </a:rPr>
              <a:t>10k</a:t>
            </a:r>
            <a:endParaRPr lang="es-ES" sz="2000" kern="100" dirty="0">
              <a:solidFill>
                <a:schemeClr val="accent6">
                  <a:lumMod val="50000"/>
                </a:schemeClr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4522FD9-3E8C-444E-ABD7-D430C4F31BDC}"/>
              </a:ext>
            </a:extLst>
          </p:cNvPr>
          <p:cNvSpPr/>
          <p:nvPr/>
        </p:nvSpPr>
        <p:spPr>
          <a:xfrm>
            <a:off x="7846567" y="3016251"/>
            <a:ext cx="3231871" cy="4189222"/>
          </a:xfrm>
          <a:prstGeom prst="roundRect">
            <a:avLst>
              <a:gd name="adj" fmla="val 7292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>
              <a:lnSpc>
                <a:spcPct val="80000"/>
              </a:lnSpc>
            </a:pPr>
            <a:endParaRPr lang="es-ES" sz="16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F450B73-D5EC-427C-AA62-180C9C3EFB54}"/>
              </a:ext>
            </a:extLst>
          </p:cNvPr>
          <p:cNvSpPr txBox="1"/>
          <p:nvPr/>
        </p:nvSpPr>
        <p:spPr>
          <a:xfrm>
            <a:off x="8034782" y="4226220"/>
            <a:ext cx="18905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kern="0" dirty="0">
                <a:effectLst/>
              </a:rPr>
              <a:t>Resultados</a:t>
            </a:r>
            <a:endParaRPr lang="es-E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C93F00C-2517-4453-851D-B409DEDDDF4C}"/>
              </a:ext>
            </a:extLst>
          </p:cNvPr>
          <p:cNvSpPr txBox="1"/>
          <p:nvPr/>
        </p:nvSpPr>
        <p:spPr>
          <a:xfrm>
            <a:off x="9718338" y="4164664"/>
            <a:ext cx="11221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s-ES" sz="2000" kern="0" dirty="0">
                <a:solidFill>
                  <a:schemeClr val="accent6">
                    <a:lumMod val="50000"/>
                  </a:schemeClr>
                </a:solidFill>
                <a:effectLst/>
                <a:latin typeface="+mj-lt"/>
              </a:rPr>
              <a:t>10k</a:t>
            </a:r>
            <a:endParaRPr lang="es-ES" sz="2000" kern="100" dirty="0">
              <a:solidFill>
                <a:schemeClr val="accent6">
                  <a:lumMod val="50000"/>
                </a:schemeClr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9F09A53-ED05-4925-8EA6-0130435E4F49}"/>
              </a:ext>
            </a:extLst>
          </p:cNvPr>
          <p:cNvSpPr txBox="1"/>
          <p:nvPr/>
        </p:nvSpPr>
        <p:spPr>
          <a:xfrm>
            <a:off x="8034782" y="4976919"/>
            <a:ext cx="16628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kern="0" dirty="0">
                <a:effectLst/>
              </a:rPr>
              <a:t>Resultados</a:t>
            </a:r>
            <a:endParaRPr lang="es-E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F96C4FD-43BB-47EF-8A1B-3CF451608EB6}"/>
              </a:ext>
            </a:extLst>
          </p:cNvPr>
          <p:cNvSpPr txBox="1"/>
          <p:nvPr/>
        </p:nvSpPr>
        <p:spPr>
          <a:xfrm>
            <a:off x="9718338" y="4915363"/>
            <a:ext cx="11221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s-ES" sz="2000" kern="0" dirty="0">
                <a:solidFill>
                  <a:schemeClr val="accent6">
                    <a:lumMod val="50000"/>
                  </a:schemeClr>
                </a:solidFill>
                <a:effectLst/>
                <a:latin typeface="+mj-lt"/>
              </a:rPr>
              <a:t>10k</a:t>
            </a:r>
            <a:endParaRPr lang="es-ES" sz="2000" kern="100" dirty="0">
              <a:solidFill>
                <a:schemeClr val="accent6">
                  <a:lumMod val="50000"/>
                </a:schemeClr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509FF2D-82E0-4BB8-A4E6-A9D9330EF625}"/>
              </a:ext>
            </a:extLst>
          </p:cNvPr>
          <p:cNvSpPr txBox="1"/>
          <p:nvPr/>
        </p:nvSpPr>
        <p:spPr>
          <a:xfrm>
            <a:off x="6211671" y="4058659"/>
            <a:ext cx="1122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s-ES" sz="2400" kern="0">
                <a:solidFill>
                  <a:schemeClr val="bg2"/>
                </a:solidFill>
                <a:effectLst/>
                <a:latin typeface="+mj-lt"/>
              </a:rPr>
              <a:t>+10%</a:t>
            </a:r>
            <a:endParaRPr lang="es-ES" sz="2400" kern="100">
              <a:solidFill>
                <a:schemeClr val="bg2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B06A6554-03DD-41EC-BC32-9EB84D059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6162170" y="4144704"/>
            <a:ext cx="289575" cy="289575"/>
          </a:xfrm>
          <a:prstGeom prst="rect">
            <a:avLst/>
          </a:prstGeom>
        </p:spPr>
      </p:pic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2E2710D-33CA-401D-B6B4-41DD2F553F22}"/>
              </a:ext>
            </a:extLst>
          </p:cNvPr>
          <p:cNvSpPr/>
          <p:nvPr/>
        </p:nvSpPr>
        <p:spPr>
          <a:xfrm>
            <a:off x="9547689" y="3254939"/>
            <a:ext cx="1375473" cy="44361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5AE0433-24D9-4C29-83E9-77F134AA05D4}"/>
              </a:ext>
            </a:extLst>
          </p:cNvPr>
          <p:cNvSpPr txBox="1"/>
          <p:nvPr/>
        </p:nvSpPr>
        <p:spPr>
          <a:xfrm>
            <a:off x="9718337" y="3245913"/>
            <a:ext cx="1122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s-ES" sz="2400" kern="0">
                <a:solidFill>
                  <a:schemeClr val="bg2"/>
                </a:solidFill>
                <a:effectLst/>
                <a:latin typeface="+mj-lt"/>
              </a:rPr>
              <a:t>+10%</a:t>
            </a:r>
            <a:endParaRPr lang="es-ES" sz="2400" kern="100">
              <a:solidFill>
                <a:schemeClr val="bg2"/>
              </a:solidFill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75E63362-842B-43AA-AF9E-1A4EDD9C6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668836" y="3331958"/>
            <a:ext cx="289575" cy="289575"/>
          </a:xfrm>
          <a:prstGeom prst="rect">
            <a:avLst/>
          </a:prstGeom>
        </p:spPr>
      </p:pic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23295408-2EF3-49F8-904E-84020F19AF15}"/>
              </a:ext>
            </a:extLst>
          </p:cNvPr>
          <p:cNvSpPr/>
          <p:nvPr/>
        </p:nvSpPr>
        <p:spPr>
          <a:xfrm>
            <a:off x="1084167" y="4502413"/>
            <a:ext cx="1375473" cy="4436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34D3611-7386-4502-BD32-11B487449F95}"/>
              </a:ext>
            </a:extLst>
          </p:cNvPr>
          <p:cNvSpPr txBox="1"/>
          <p:nvPr/>
        </p:nvSpPr>
        <p:spPr>
          <a:xfrm>
            <a:off x="1267021" y="4520701"/>
            <a:ext cx="1032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2000" kern="0" dirty="0">
                <a:effectLst/>
                <a:latin typeface="+mj-lt"/>
              </a:rPr>
              <a:t>Año 1</a:t>
            </a:r>
            <a:endParaRPr lang="es-ES" sz="2000" kern="100" dirty="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D7D72E68-579D-41C5-A56F-A2849707375C}"/>
              </a:ext>
            </a:extLst>
          </p:cNvPr>
          <p:cNvSpPr/>
          <p:nvPr/>
        </p:nvSpPr>
        <p:spPr>
          <a:xfrm>
            <a:off x="8034408" y="3254939"/>
            <a:ext cx="1275369" cy="4436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893369A-0B53-4634-BE5D-4A5217883186}"/>
              </a:ext>
            </a:extLst>
          </p:cNvPr>
          <p:cNvSpPr txBox="1"/>
          <p:nvPr/>
        </p:nvSpPr>
        <p:spPr>
          <a:xfrm>
            <a:off x="8181120" y="3276690"/>
            <a:ext cx="10320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2000" kern="0">
                <a:effectLst/>
                <a:latin typeface="+mj-lt"/>
              </a:rPr>
              <a:t>Año 3</a:t>
            </a:r>
            <a:endParaRPr lang="es-ES" sz="2000" kern="1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651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8E34B-B850-4DDB-B40F-7F81E301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05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820BB1-D081-47C6-B223-7235993C1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6000" spc="-150">
                <a:solidFill>
                  <a:schemeClr val="bg1"/>
                </a:solidFill>
              </a:rPr>
              <a:t>Gráficos y </a:t>
            </a:r>
            <a:r>
              <a:rPr lang="es-ES" sz="6000" spc="-150">
                <a:solidFill>
                  <a:schemeClr val="accent6">
                    <a:lumMod val="60000"/>
                    <a:lumOff val="40000"/>
                  </a:schemeClr>
                </a:solidFill>
              </a:rPr>
              <a:t>tablas</a:t>
            </a:r>
          </a:p>
        </p:txBody>
      </p:sp>
    </p:spTree>
    <p:extLst>
      <p:ext uri="{BB962C8B-B14F-4D97-AF65-F5344CB8AC3E}">
        <p14:creationId xmlns:p14="http://schemas.microsoft.com/office/powerpoint/2010/main" val="2756907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CFA9FD8-7797-41CA-9F6B-26851EE0B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846930"/>
              </p:ext>
            </p:extLst>
          </p:nvPr>
        </p:nvGraphicFramePr>
        <p:xfrm>
          <a:off x="1134074" y="1651625"/>
          <a:ext cx="9929260" cy="317851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2315">
                  <a:extLst>
                    <a:ext uri="{9D8B030D-6E8A-4147-A177-3AD203B41FA5}">
                      <a16:colId xmlns:a16="http://schemas.microsoft.com/office/drawing/2014/main" val="2093162484"/>
                    </a:ext>
                  </a:extLst>
                </a:gridCol>
                <a:gridCol w="2482315">
                  <a:extLst>
                    <a:ext uri="{9D8B030D-6E8A-4147-A177-3AD203B41FA5}">
                      <a16:colId xmlns:a16="http://schemas.microsoft.com/office/drawing/2014/main" val="2170265762"/>
                    </a:ext>
                  </a:extLst>
                </a:gridCol>
                <a:gridCol w="2482315">
                  <a:extLst>
                    <a:ext uri="{9D8B030D-6E8A-4147-A177-3AD203B41FA5}">
                      <a16:colId xmlns:a16="http://schemas.microsoft.com/office/drawing/2014/main" val="624906161"/>
                    </a:ext>
                  </a:extLst>
                </a:gridCol>
                <a:gridCol w="2482315">
                  <a:extLst>
                    <a:ext uri="{9D8B030D-6E8A-4147-A177-3AD203B41FA5}">
                      <a16:colId xmlns:a16="http://schemas.microsoft.com/office/drawing/2014/main" val="3848579135"/>
                    </a:ext>
                  </a:extLst>
                </a:gridCol>
              </a:tblGrid>
              <a:tr h="3178516">
                <a:tc>
                  <a:txBody>
                    <a:bodyPr/>
                    <a:lstStyle/>
                    <a:p>
                      <a:endParaRPr lang="es-E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104269" marR="104269" marT="52135" marB="5213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104269" marR="104269" marT="52135" marB="52135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104269" marR="104269" marT="52135" marB="52135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104269" marR="104269" marT="52135" marB="52135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848800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B1D5DE2-B41D-437B-A398-6B5233091A52}"/>
              </a:ext>
            </a:extLst>
          </p:cNvPr>
          <p:cNvSpPr/>
          <p:nvPr/>
        </p:nvSpPr>
        <p:spPr>
          <a:xfrm>
            <a:off x="1134075" y="2356493"/>
            <a:ext cx="2784781" cy="2349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>
                <a:solidFill>
                  <a:schemeClr val="bg1"/>
                </a:solidFill>
              </a:rPr>
              <a:t>datos</a:t>
            </a:r>
          </a:p>
        </p:txBody>
      </p:sp>
      <p:graphicFrame>
        <p:nvGraphicFramePr>
          <p:cNvPr id="5" name="Tabla 2">
            <a:extLst>
              <a:ext uri="{FF2B5EF4-FFF2-40B4-BE49-F238E27FC236}">
                <a16:creationId xmlns:a16="http://schemas.microsoft.com/office/drawing/2014/main" id="{9AF9D412-71BB-42A5-B8F3-F2958E971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411531"/>
              </p:ext>
            </p:extLst>
          </p:nvPr>
        </p:nvGraphicFramePr>
        <p:xfrm>
          <a:off x="1134075" y="1540122"/>
          <a:ext cx="9929260" cy="49889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82315">
                  <a:extLst>
                    <a:ext uri="{9D8B030D-6E8A-4147-A177-3AD203B41FA5}">
                      <a16:colId xmlns:a16="http://schemas.microsoft.com/office/drawing/2014/main" val="2093162484"/>
                    </a:ext>
                  </a:extLst>
                </a:gridCol>
                <a:gridCol w="2482315">
                  <a:extLst>
                    <a:ext uri="{9D8B030D-6E8A-4147-A177-3AD203B41FA5}">
                      <a16:colId xmlns:a16="http://schemas.microsoft.com/office/drawing/2014/main" val="2170265762"/>
                    </a:ext>
                  </a:extLst>
                </a:gridCol>
                <a:gridCol w="2482315">
                  <a:extLst>
                    <a:ext uri="{9D8B030D-6E8A-4147-A177-3AD203B41FA5}">
                      <a16:colId xmlns:a16="http://schemas.microsoft.com/office/drawing/2014/main" val="624906161"/>
                    </a:ext>
                  </a:extLst>
                </a:gridCol>
                <a:gridCol w="2482315">
                  <a:extLst>
                    <a:ext uri="{9D8B030D-6E8A-4147-A177-3AD203B41FA5}">
                      <a16:colId xmlns:a16="http://schemas.microsoft.com/office/drawing/2014/main" val="3848579135"/>
                    </a:ext>
                  </a:extLst>
                </a:gridCol>
              </a:tblGrid>
              <a:tr h="498891">
                <a:tc>
                  <a:txBody>
                    <a:bodyPr/>
                    <a:lstStyle/>
                    <a:p>
                      <a:pPr algn="l"/>
                      <a:r>
                        <a:rPr lang="es-ES" sz="2000" b="0">
                          <a:solidFill>
                            <a:srgbClr val="FFFFFF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104269" marR="104269" marT="52135" marB="52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000" b="0">
                          <a:solidFill>
                            <a:srgbClr val="FFFFFF"/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104269" marR="104269" marT="52135" marB="52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000" b="0">
                          <a:solidFill>
                            <a:srgbClr val="FFFFFF"/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104269" marR="104269" marT="52135" marB="52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000" b="0" dirty="0">
                          <a:solidFill>
                            <a:srgbClr val="FFFFFF"/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104269" marR="104269" marT="52135" marB="52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831037"/>
                  </a:ext>
                </a:extLst>
              </a:tr>
            </a:tbl>
          </a:graphicData>
        </a:graphic>
      </p:graphicFrame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E18FA17-1B1E-415C-A8EE-BE548A408279}"/>
              </a:ext>
            </a:extLst>
          </p:cNvPr>
          <p:cNvSpPr/>
          <p:nvPr/>
        </p:nvSpPr>
        <p:spPr>
          <a:xfrm>
            <a:off x="3918857" y="2660972"/>
            <a:ext cx="2255704" cy="2349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>
                <a:solidFill>
                  <a:schemeClr val="bg1"/>
                </a:solidFill>
              </a:rPr>
              <a:t>datos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7D10B13-F5C3-42D6-8E77-486FD1F495EE}"/>
              </a:ext>
            </a:extLst>
          </p:cNvPr>
          <p:cNvSpPr/>
          <p:nvPr/>
        </p:nvSpPr>
        <p:spPr>
          <a:xfrm>
            <a:off x="4254337" y="3188856"/>
            <a:ext cx="1913145" cy="234915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/>
                </a:solidFill>
              </a:rPr>
              <a:t>datos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7005FCD-C649-44B7-AD2C-7C1DD1F2B413}"/>
              </a:ext>
            </a:extLst>
          </p:cNvPr>
          <p:cNvSpPr/>
          <p:nvPr/>
        </p:nvSpPr>
        <p:spPr>
          <a:xfrm>
            <a:off x="7107743" y="3188856"/>
            <a:ext cx="2065442" cy="234915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>
                <a:solidFill>
                  <a:schemeClr val="bg1"/>
                </a:solidFill>
              </a:rPr>
              <a:t>datos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6AF7C82-A3F9-41E6-8B4C-28CC4B63B417}"/>
              </a:ext>
            </a:extLst>
          </p:cNvPr>
          <p:cNvSpPr/>
          <p:nvPr/>
        </p:nvSpPr>
        <p:spPr>
          <a:xfrm>
            <a:off x="6174561" y="4143191"/>
            <a:ext cx="4127041" cy="234915"/>
          </a:xfrm>
          <a:prstGeom prst="roundRect">
            <a:avLst>
              <a:gd name="adj" fmla="val 50000"/>
            </a:avLst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>
                <a:solidFill>
                  <a:schemeClr val="bg1"/>
                </a:solidFill>
              </a:rPr>
              <a:t>datos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5865654-257E-4CE5-8EF0-F94E3D57236C}"/>
              </a:ext>
            </a:extLst>
          </p:cNvPr>
          <p:cNvSpPr/>
          <p:nvPr/>
        </p:nvSpPr>
        <p:spPr>
          <a:xfrm>
            <a:off x="5983922" y="3544084"/>
            <a:ext cx="1877325" cy="234915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>
                <a:solidFill>
                  <a:schemeClr val="bg1"/>
                </a:solidFill>
              </a:rPr>
              <a:t>datos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1D31971-0552-4440-9B5E-DD22D27EC9AE}"/>
              </a:ext>
            </a:extLst>
          </p:cNvPr>
          <p:cNvSpPr/>
          <p:nvPr/>
        </p:nvSpPr>
        <p:spPr>
          <a:xfrm>
            <a:off x="1817696" y="5481406"/>
            <a:ext cx="130321" cy="13032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4B624D5-91D2-44CD-98A1-3F5AE105241F}"/>
              </a:ext>
            </a:extLst>
          </p:cNvPr>
          <p:cNvSpPr txBox="1"/>
          <p:nvPr/>
        </p:nvSpPr>
        <p:spPr>
          <a:xfrm>
            <a:off x="1948017" y="5372858"/>
            <a:ext cx="986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FFFF"/>
                </a:solidFill>
                <a:latin typeface="+mj-lt"/>
              </a:rPr>
              <a:t>Datos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4F7F235-75C7-46A0-B373-316695334597}"/>
              </a:ext>
            </a:extLst>
          </p:cNvPr>
          <p:cNvSpPr txBox="1"/>
          <p:nvPr/>
        </p:nvSpPr>
        <p:spPr>
          <a:xfrm>
            <a:off x="1725604" y="5754550"/>
            <a:ext cx="2936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Lorem</a:t>
            </a:r>
            <a:r>
              <a:rPr lang="es-E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ipsum</a:t>
            </a:r>
            <a:r>
              <a:rPr lang="es-E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dolor </a:t>
            </a:r>
            <a:r>
              <a:rPr lang="es-ES" sz="12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sit</a:t>
            </a:r>
            <a:r>
              <a:rPr lang="es-E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amet</a:t>
            </a:r>
            <a:r>
              <a:rPr lang="es-E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, </a:t>
            </a:r>
            <a:r>
              <a:rPr lang="es-ES" sz="12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consectetur</a:t>
            </a:r>
            <a:r>
              <a:rPr lang="es-E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adipiscing</a:t>
            </a:r>
            <a:r>
              <a:rPr lang="es-E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elit</a:t>
            </a:r>
            <a:r>
              <a:rPr lang="es-E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. </a:t>
            </a:r>
            <a:r>
              <a:rPr lang="es-ES" sz="12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Morbi</a:t>
            </a:r>
            <a:r>
              <a:rPr lang="es-E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at </a:t>
            </a:r>
            <a:r>
              <a:rPr lang="es-ES" sz="12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felis</a:t>
            </a:r>
            <a:r>
              <a:rPr lang="es-E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vestibulum</a:t>
            </a:r>
            <a:r>
              <a:rPr lang="es-E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, </a:t>
            </a:r>
            <a:r>
              <a:rPr lang="es-ES" sz="1200" b="0" i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convallis</a:t>
            </a:r>
            <a:r>
              <a:rPr lang="es-ES" sz="1200" b="0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eros.</a:t>
            </a:r>
            <a:endParaRPr lang="es-ES" sz="12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16BAB18-E700-410A-A78E-8932A1BF28F2}"/>
              </a:ext>
            </a:extLst>
          </p:cNvPr>
          <p:cNvSpPr/>
          <p:nvPr/>
        </p:nvSpPr>
        <p:spPr>
          <a:xfrm>
            <a:off x="4906935" y="5450499"/>
            <a:ext cx="130321" cy="13032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4042ED8-48D4-437B-9316-D5D5DC181C32}"/>
              </a:ext>
            </a:extLst>
          </p:cNvPr>
          <p:cNvSpPr txBox="1"/>
          <p:nvPr/>
        </p:nvSpPr>
        <p:spPr>
          <a:xfrm>
            <a:off x="5037256" y="5341951"/>
            <a:ext cx="986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>
                <a:solidFill>
                  <a:srgbClr val="FFFFFF"/>
                </a:solidFill>
                <a:latin typeface="+mj-lt"/>
              </a:rPr>
              <a:t>Datos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AEF4597-CD4C-46FE-9E55-C904A9E15BE0}"/>
              </a:ext>
            </a:extLst>
          </p:cNvPr>
          <p:cNvSpPr txBox="1"/>
          <p:nvPr/>
        </p:nvSpPr>
        <p:spPr>
          <a:xfrm>
            <a:off x="4814843" y="5723643"/>
            <a:ext cx="2936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Lorem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ipsum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dolor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sit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amet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,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consectetur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adipiscing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elit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.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Morbi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at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felis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vestibulum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,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convallis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eros.</a:t>
            </a:r>
            <a:endParaRPr lang="es-ES" sz="120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2091BAE-3A88-4253-A87D-462AE26FB199}"/>
              </a:ext>
            </a:extLst>
          </p:cNvPr>
          <p:cNvSpPr/>
          <p:nvPr/>
        </p:nvSpPr>
        <p:spPr>
          <a:xfrm>
            <a:off x="8218587" y="5424478"/>
            <a:ext cx="130321" cy="130321"/>
          </a:xfrm>
          <a:prstGeom prst="ellipse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BD43893-8B24-4C2E-B033-FED8CF6D1B3B}"/>
              </a:ext>
            </a:extLst>
          </p:cNvPr>
          <p:cNvSpPr txBox="1"/>
          <p:nvPr/>
        </p:nvSpPr>
        <p:spPr>
          <a:xfrm>
            <a:off x="8348908" y="5315930"/>
            <a:ext cx="986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>
                <a:solidFill>
                  <a:srgbClr val="FFFFFF"/>
                </a:solidFill>
                <a:latin typeface="+mj-lt"/>
              </a:rPr>
              <a:t>Datos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486A5AB-73EE-4804-84D4-4B921D9CFC5E}"/>
              </a:ext>
            </a:extLst>
          </p:cNvPr>
          <p:cNvSpPr txBox="1"/>
          <p:nvPr/>
        </p:nvSpPr>
        <p:spPr>
          <a:xfrm>
            <a:off x="8126495" y="5697622"/>
            <a:ext cx="2936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Lorem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ipsum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dolor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sit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amet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,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consectetur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adipiscing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elit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.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Morbi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at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felis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vestibulum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, </a:t>
            </a:r>
            <a:r>
              <a:rPr lang="es-ES" sz="1200" b="0" i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convallis</a:t>
            </a:r>
            <a:r>
              <a:rPr lang="es-ES" sz="1200" b="0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</a:rPr>
              <a:t> eros.</a:t>
            </a:r>
            <a:endParaRPr lang="es-ES" sz="120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016982DC-98BB-4AD8-8584-5AAC6A5DBA74}"/>
              </a:ext>
            </a:extLst>
          </p:cNvPr>
          <p:cNvSpPr txBox="1">
            <a:spLocks/>
          </p:cNvSpPr>
          <p:nvPr/>
        </p:nvSpPr>
        <p:spPr>
          <a:xfrm>
            <a:off x="3865306" y="192047"/>
            <a:ext cx="4461387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pc="-150" dirty="0">
                <a:solidFill>
                  <a:srgbClr val="FFFFFF"/>
                </a:solidFill>
              </a:rPr>
              <a:t>Cronograma</a:t>
            </a:r>
          </a:p>
        </p:txBody>
      </p:sp>
    </p:spTree>
    <p:extLst>
      <p:ext uri="{BB962C8B-B14F-4D97-AF65-F5344CB8AC3E}">
        <p14:creationId xmlns:p14="http://schemas.microsoft.com/office/powerpoint/2010/main" val="3439072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46FB7A9-E88A-9EEA-8BFD-8180C7A11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175128"/>
              </p:ext>
            </p:extLst>
          </p:nvPr>
        </p:nvGraphicFramePr>
        <p:xfrm>
          <a:off x="1131370" y="2166936"/>
          <a:ext cx="9929260" cy="37767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5852">
                  <a:extLst>
                    <a:ext uri="{9D8B030D-6E8A-4147-A177-3AD203B41FA5}">
                      <a16:colId xmlns:a16="http://schemas.microsoft.com/office/drawing/2014/main" val="2093162484"/>
                    </a:ext>
                  </a:extLst>
                </a:gridCol>
                <a:gridCol w="1985852">
                  <a:extLst>
                    <a:ext uri="{9D8B030D-6E8A-4147-A177-3AD203B41FA5}">
                      <a16:colId xmlns:a16="http://schemas.microsoft.com/office/drawing/2014/main" val="2170265762"/>
                    </a:ext>
                  </a:extLst>
                </a:gridCol>
                <a:gridCol w="1985852">
                  <a:extLst>
                    <a:ext uri="{9D8B030D-6E8A-4147-A177-3AD203B41FA5}">
                      <a16:colId xmlns:a16="http://schemas.microsoft.com/office/drawing/2014/main" val="3370030772"/>
                    </a:ext>
                  </a:extLst>
                </a:gridCol>
                <a:gridCol w="1985852">
                  <a:extLst>
                    <a:ext uri="{9D8B030D-6E8A-4147-A177-3AD203B41FA5}">
                      <a16:colId xmlns:a16="http://schemas.microsoft.com/office/drawing/2014/main" val="624906161"/>
                    </a:ext>
                  </a:extLst>
                </a:gridCol>
                <a:gridCol w="1985852">
                  <a:extLst>
                    <a:ext uri="{9D8B030D-6E8A-4147-A177-3AD203B41FA5}">
                      <a16:colId xmlns:a16="http://schemas.microsoft.com/office/drawing/2014/main" val="3848579135"/>
                    </a:ext>
                  </a:extLst>
                </a:gridCol>
              </a:tblGrid>
              <a:tr h="3776700">
                <a:tc>
                  <a:txBody>
                    <a:bodyPr/>
                    <a:lstStyle/>
                    <a:p>
                      <a:endParaRPr lang="es-E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104269" marR="104269" marT="52135" marB="5213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104269" marR="104269" marT="52135" marB="52135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104269" marR="104269" marT="52135" marB="52135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104269" marR="104269" marT="52135" marB="52135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20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104269" marR="104269" marT="52135" marB="52135">
                    <a:lnL w="12700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2848800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F1FE72D-D326-D77B-B438-7BDDE63B552F}"/>
              </a:ext>
            </a:extLst>
          </p:cNvPr>
          <p:cNvSpPr/>
          <p:nvPr/>
        </p:nvSpPr>
        <p:spPr>
          <a:xfrm>
            <a:off x="1004541" y="2613229"/>
            <a:ext cx="2678817" cy="38671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2"/>
                </a:solidFill>
              </a:rPr>
              <a:t>Datos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44D130D-F146-5F0B-DA44-CFEFBB5B61B7}"/>
              </a:ext>
            </a:extLst>
          </p:cNvPr>
          <p:cNvSpPr/>
          <p:nvPr/>
        </p:nvSpPr>
        <p:spPr>
          <a:xfrm>
            <a:off x="3837776" y="3247949"/>
            <a:ext cx="2255520" cy="27508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2"/>
                </a:solidFill>
              </a:rPr>
              <a:t>Datos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543E307-300E-DE85-37FC-ADB62E78824D}"/>
              </a:ext>
            </a:extLst>
          </p:cNvPr>
          <p:cNvSpPr/>
          <p:nvPr/>
        </p:nvSpPr>
        <p:spPr>
          <a:xfrm>
            <a:off x="4698894" y="3819881"/>
            <a:ext cx="2978869" cy="30943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2"/>
                </a:solidFill>
              </a:rPr>
              <a:t>Datos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1DCB64A-0381-4219-92C7-A5453E2C9A5C}"/>
              </a:ext>
            </a:extLst>
          </p:cNvPr>
          <p:cNvSpPr/>
          <p:nvPr/>
        </p:nvSpPr>
        <p:spPr>
          <a:xfrm>
            <a:off x="3801473" y="4471874"/>
            <a:ext cx="4583645" cy="33441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2"/>
                </a:solidFill>
              </a:rPr>
              <a:t>Datos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A526B50-86A0-4E22-A4D7-5F74EAD922B7}"/>
              </a:ext>
            </a:extLst>
          </p:cNvPr>
          <p:cNvSpPr/>
          <p:nvPr/>
        </p:nvSpPr>
        <p:spPr>
          <a:xfrm>
            <a:off x="6188327" y="3178180"/>
            <a:ext cx="4877710" cy="74071"/>
          </a:xfrm>
          <a:prstGeom prst="roundRect">
            <a:avLst>
              <a:gd name="adj" fmla="val 50000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>
              <a:solidFill>
                <a:schemeClr val="tx2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AD9E19F-DF9E-48AC-94EC-A4C09EC6567C}"/>
              </a:ext>
            </a:extLst>
          </p:cNvPr>
          <p:cNvSpPr/>
          <p:nvPr/>
        </p:nvSpPr>
        <p:spPr>
          <a:xfrm>
            <a:off x="8105612" y="5213830"/>
            <a:ext cx="2435878" cy="3271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2"/>
                </a:solidFill>
              </a:rPr>
              <a:t>Datos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6D9FDE1-7806-F6DD-1A34-01C17028282C}"/>
              </a:ext>
            </a:extLst>
          </p:cNvPr>
          <p:cNvSpPr/>
          <p:nvPr/>
        </p:nvSpPr>
        <p:spPr>
          <a:xfrm>
            <a:off x="8105612" y="5142260"/>
            <a:ext cx="2435878" cy="72000"/>
          </a:xfrm>
          <a:prstGeom prst="roundRect">
            <a:avLst>
              <a:gd name="adj" fmla="val 50000"/>
            </a:avLst>
          </a:prstGeom>
          <a:solidFill>
            <a:schemeClr val="accent4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>
              <a:solidFill>
                <a:schemeClr val="bg1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0C79B68-275B-4242-8C31-975BA31A19FD}"/>
              </a:ext>
            </a:extLst>
          </p:cNvPr>
          <p:cNvSpPr/>
          <p:nvPr/>
        </p:nvSpPr>
        <p:spPr>
          <a:xfrm>
            <a:off x="1125962" y="2591227"/>
            <a:ext cx="2435976" cy="7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>
              <a:solidFill>
                <a:schemeClr val="tx2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E0179F4-C755-48CB-A5F2-DA3B1A5F25F4}"/>
              </a:ext>
            </a:extLst>
          </p:cNvPr>
          <p:cNvSpPr/>
          <p:nvPr/>
        </p:nvSpPr>
        <p:spPr>
          <a:xfrm>
            <a:off x="3657320" y="3178180"/>
            <a:ext cx="2435976" cy="7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>
              <a:solidFill>
                <a:schemeClr val="tx2"/>
              </a:solidFill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79FF455E-410A-4ACD-8E29-F86429395310}"/>
              </a:ext>
            </a:extLst>
          </p:cNvPr>
          <p:cNvSpPr/>
          <p:nvPr/>
        </p:nvSpPr>
        <p:spPr>
          <a:xfrm>
            <a:off x="4635284" y="3753807"/>
            <a:ext cx="2978869" cy="7200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>
              <a:solidFill>
                <a:schemeClr val="bg1"/>
              </a:solidFill>
            </a:endParaRPr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F13E66DC-1EA1-475B-B016-DC520EE53FE3}"/>
              </a:ext>
            </a:extLst>
          </p:cNvPr>
          <p:cNvSpPr/>
          <p:nvPr/>
        </p:nvSpPr>
        <p:spPr>
          <a:xfrm>
            <a:off x="1125963" y="4366845"/>
            <a:ext cx="10005377" cy="133786"/>
          </a:xfrm>
          <a:custGeom>
            <a:avLst/>
            <a:gdLst>
              <a:gd name="connsiteX0" fmla="*/ 9890045 w 10005377"/>
              <a:gd name="connsiteY0" fmla="*/ 0 h 133786"/>
              <a:gd name="connsiteX1" fmla="*/ 10005377 w 10005377"/>
              <a:gd name="connsiteY1" fmla="*/ 66894 h 133786"/>
              <a:gd name="connsiteX2" fmla="*/ 9890045 w 10005377"/>
              <a:gd name="connsiteY2" fmla="*/ 133786 h 133786"/>
              <a:gd name="connsiteX3" fmla="*/ 9890045 w 10005377"/>
              <a:gd name="connsiteY3" fmla="*/ 103856 h 133786"/>
              <a:gd name="connsiteX4" fmla="*/ 36000 w 10005377"/>
              <a:gd name="connsiteY4" fmla="*/ 103856 h 133786"/>
              <a:gd name="connsiteX5" fmla="*/ 0 w 10005377"/>
              <a:gd name="connsiteY5" fmla="*/ 67856 h 133786"/>
              <a:gd name="connsiteX6" fmla="*/ 36000 w 10005377"/>
              <a:gd name="connsiteY6" fmla="*/ 31856 h 133786"/>
              <a:gd name="connsiteX7" fmla="*/ 9890045 w 10005377"/>
              <a:gd name="connsiteY7" fmla="*/ 31856 h 133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05377" h="133786">
                <a:moveTo>
                  <a:pt x="9890045" y="0"/>
                </a:moveTo>
                <a:lnTo>
                  <a:pt x="10005377" y="66894"/>
                </a:lnTo>
                <a:lnTo>
                  <a:pt x="9890045" y="133786"/>
                </a:lnTo>
                <a:lnTo>
                  <a:pt x="9890045" y="103856"/>
                </a:lnTo>
                <a:lnTo>
                  <a:pt x="36000" y="103856"/>
                </a:lnTo>
                <a:cubicBezTo>
                  <a:pt x="16118" y="103856"/>
                  <a:pt x="0" y="87738"/>
                  <a:pt x="0" y="67856"/>
                </a:cubicBezTo>
                <a:cubicBezTo>
                  <a:pt x="0" y="47974"/>
                  <a:pt x="16118" y="31856"/>
                  <a:pt x="36000" y="31856"/>
                </a:cubicBezTo>
                <a:lnTo>
                  <a:pt x="9890045" y="31856"/>
                </a:lnTo>
                <a:close/>
              </a:path>
            </a:pathLst>
          </a:cu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" sz="1100">
              <a:solidFill>
                <a:schemeClr val="bg1"/>
              </a:solidFill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74640D53-0FF4-46AD-8CF5-D3893B1D27CB}"/>
              </a:ext>
            </a:extLst>
          </p:cNvPr>
          <p:cNvSpPr/>
          <p:nvPr/>
        </p:nvSpPr>
        <p:spPr>
          <a:xfrm>
            <a:off x="3651738" y="2591227"/>
            <a:ext cx="7403484" cy="72000"/>
          </a:xfrm>
          <a:prstGeom prst="roundRect">
            <a:avLst>
              <a:gd name="adj" fmla="val 50000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>
              <a:solidFill>
                <a:schemeClr val="tx2"/>
              </a:solidFill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7473FAB-4F6E-45CB-9723-BB91F2510ED5}"/>
              </a:ext>
            </a:extLst>
          </p:cNvPr>
          <p:cNvSpPr/>
          <p:nvPr/>
        </p:nvSpPr>
        <p:spPr>
          <a:xfrm>
            <a:off x="1131369" y="3147525"/>
            <a:ext cx="2455240" cy="72000"/>
          </a:xfrm>
          <a:prstGeom prst="roundRect">
            <a:avLst>
              <a:gd name="adj" fmla="val 50000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>
              <a:solidFill>
                <a:schemeClr val="tx2"/>
              </a:solidFill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AEE9FFF0-AD7C-451E-9770-74730CE798AD}"/>
              </a:ext>
            </a:extLst>
          </p:cNvPr>
          <p:cNvSpPr/>
          <p:nvPr/>
        </p:nvSpPr>
        <p:spPr>
          <a:xfrm>
            <a:off x="1125962" y="5142260"/>
            <a:ext cx="6908939" cy="72000"/>
          </a:xfrm>
          <a:prstGeom prst="roundRect">
            <a:avLst>
              <a:gd name="adj" fmla="val 50000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>
              <a:solidFill>
                <a:schemeClr val="tx2"/>
              </a:solidFill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B34AC382-2477-4D4F-AECF-79FA96D53FED}"/>
              </a:ext>
            </a:extLst>
          </p:cNvPr>
          <p:cNvSpPr/>
          <p:nvPr/>
        </p:nvSpPr>
        <p:spPr>
          <a:xfrm>
            <a:off x="10612200" y="5142260"/>
            <a:ext cx="443021" cy="72000"/>
          </a:xfrm>
          <a:prstGeom prst="roundRect">
            <a:avLst>
              <a:gd name="adj" fmla="val 50000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>
              <a:solidFill>
                <a:schemeClr val="tx2"/>
              </a:solidFill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CD8ED890-33EA-47F6-B6AE-723A54BCDAE2}"/>
              </a:ext>
            </a:extLst>
          </p:cNvPr>
          <p:cNvSpPr/>
          <p:nvPr/>
        </p:nvSpPr>
        <p:spPr>
          <a:xfrm>
            <a:off x="1131368" y="3753807"/>
            <a:ext cx="3433205" cy="72000"/>
          </a:xfrm>
          <a:prstGeom prst="roundRect">
            <a:avLst>
              <a:gd name="adj" fmla="val 50000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>
              <a:solidFill>
                <a:schemeClr val="tx2"/>
              </a:solidFill>
            </a:endParaRP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5C57F49D-055B-443A-8863-6EB106E55379}"/>
              </a:ext>
            </a:extLst>
          </p:cNvPr>
          <p:cNvSpPr/>
          <p:nvPr/>
        </p:nvSpPr>
        <p:spPr>
          <a:xfrm>
            <a:off x="7698136" y="3753807"/>
            <a:ext cx="3367902" cy="72000"/>
          </a:xfrm>
          <a:prstGeom prst="roundRect">
            <a:avLst>
              <a:gd name="adj" fmla="val 50000"/>
            </a:avLst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100">
              <a:solidFill>
                <a:schemeClr val="tx2"/>
              </a:solidFill>
            </a:endParaRPr>
          </a:p>
        </p:txBody>
      </p:sp>
      <p:graphicFrame>
        <p:nvGraphicFramePr>
          <p:cNvPr id="30" name="Tabla 2">
            <a:extLst>
              <a:ext uri="{FF2B5EF4-FFF2-40B4-BE49-F238E27FC236}">
                <a16:creationId xmlns:a16="http://schemas.microsoft.com/office/drawing/2014/main" id="{75C644F2-9BEA-479B-95EA-7F67D1610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10453"/>
              </p:ext>
            </p:extLst>
          </p:nvPr>
        </p:nvGraphicFramePr>
        <p:xfrm>
          <a:off x="1134073" y="1736767"/>
          <a:ext cx="9929260" cy="49889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5852">
                  <a:extLst>
                    <a:ext uri="{9D8B030D-6E8A-4147-A177-3AD203B41FA5}">
                      <a16:colId xmlns:a16="http://schemas.microsoft.com/office/drawing/2014/main" val="2093162484"/>
                    </a:ext>
                  </a:extLst>
                </a:gridCol>
                <a:gridCol w="1985852">
                  <a:extLst>
                    <a:ext uri="{9D8B030D-6E8A-4147-A177-3AD203B41FA5}">
                      <a16:colId xmlns:a16="http://schemas.microsoft.com/office/drawing/2014/main" val="2170265762"/>
                    </a:ext>
                  </a:extLst>
                </a:gridCol>
                <a:gridCol w="1985852">
                  <a:extLst>
                    <a:ext uri="{9D8B030D-6E8A-4147-A177-3AD203B41FA5}">
                      <a16:colId xmlns:a16="http://schemas.microsoft.com/office/drawing/2014/main" val="624906161"/>
                    </a:ext>
                  </a:extLst>
                </a:gridCol>
                <a:gridCol w="1985852">
                  <a:extLst>
                    <a:ext uri="{9D8B030D-6E8A-4147-A177-3AD203B41FA5}">
                      <a16:colId xmlns:a16="http://schemas.microsoft.com/office/drawing/2014/main" val="3848579135"/>
                    </a:ext>
                  </a:extLst>
                </a:gridCol>
                <a:gridCol w="1985852">
                  <a:extLst>
                    <a:ext uri="{9D8B030D-6E8A-4147-A177-3AD203B41FA5}">
                      <a16:colId xmlns:a16="http://schemas.microsoft.com/office/drawing/2014/main" val="1552511772"/>
                    </a:ext>
                  </a:extLst>
                </a:gridCol>
              </a:tblGrid>
              <a:tr h="498891">
                <a:tc>
                  <a:txBody>
                    <a:bodyPr/>
                    <a:lstStyle/>
                    <a:p>
                      <a:pPr algn="l"/>
                      <a:r>
                        <a:rPr lang="es-ES" sz="2000" b="0">
                          <a:solidFill>
                            <a:srgbClr val="FFFFFF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104269" marR="104269" marT="52135" marB="52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000" b="0">
                          <a:solidFill>
                            <a:srgbClr val="FFFFFF"/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104269" marR="104269" marT="52135" marB="52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000" b="0">
                          <a:solidFill>
                            <a:srgbClr val="FFFFFF"/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104269" marR="104269" marT="52135" marB="52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000" b="0" dirty="0">
                          <a:solidFill>
                            <a:srgbClr val="FFFFFF"/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marL="104269" marR="104269" marT="52135" marB="52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2000" b="0" dirty="0">
                          <a:solidFill>
                            <a:srgbClr val="FFFFFF"/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marL="104269" marR="104269" marT="52135" marB="521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831037"/>
                  </a:ext>
                </a:extLst>
              </a:tr>
            </a:tbl>
          </a:graphicData>
        </a:graphic>
      </p:graphicFrame>
      <p:sp>
        <p:nvSpPr>
          <p:cNvPr id="32" name="Título 1">
            <a:extLst>
              <a:ext uri="{FF2B5EF4-FFF2-40B4-BE49-F238E27FC236}">
                <a16:creationId xmlns:a16="http://schemas.microsoft.com/office/drawing/2014/main" id="{DDF605D5-34D8-403B-915D-376FD4DDED39}"/>
              </a:ext>
            </a:extLst>
          </p:cNvPr>
          <p:cNvSpPr txBox="1">
            <a:spLocks/>
          </p:cNvSpPr>
          <p:nvPr/>
        </p:nvSpPr>
        <p:spPr>
          <a:xfrm>
            <a:off x="3865306" y="192047"/>
            <a:ext cx="4461387" cy="113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pc="-150" dirty="0">
                <a:solidFill>
                  <a:srgbClr val="FFFFFF"/>
                </a:solidFill>
              </a:rPr>
              <a:t>Cronograma</a:t>
            </a:r>
          </a:p>
        </p:txBody>
      </p:sp>
    </p:spTree>
    <p:extLst>
      <p:ext uri="{BB962C8B-B14F-4D97-AF65-F5344CB8AC3E}">
        <p14:creationId xmlns:p14="http://schemas.microsoft.com/office/powerpoint/2010/main" val="7512345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D08FF7CE-0AA7-4342-AB44-086F7B5D17EE}"/>
              </a:ext>
            </a:extLst>
          </p:cNvPr>
          <p:cNvSpPr/>
          <p:nvPr/>
        </p:nvSpPr>
        <p:spPr>
          <a:xfrm>
            <a:off x="1323618" y="4246018"/>
            <a:ext cx="984142" cy="442819"/>
          </a:xfrm>
          <a:prstGeom prst="roundRect">
            <a:avLst/>
          </a:prstGeom>
          <a:solidFill>
            <a:schemeClr val="tx1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BD76AAC-EFBA-477E-BF5E-2EFF9C8CFBAB}"/>
              </a:ext>
            </a:extLst>
          </p:cNvPr>
          <p:cNvSpPr/>
          <p:nvPr/>
        </p:nvSpPr>
        <p:spPr>
          <a:xfrm>
            <a:off x="1392000" y="3993314"/>
            <a:ext cx="10800000" cy="7200"/>
          </a:xfrm>
          <a:prstGeom prst="rect">
            <a:avLst/>
          </a:prstGeom>
          <a:gradFill flip="none" rotWithShape="1">
            <a:gsLst>
              <a:gs pos="68000">
                <a:schemeClr val="accent3">
                  <a:lumMod val="90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9859653-3DAE-478F-9A67-E7605424C29C}"/>
              </a:ext>
            </a:extLst>
          </p:cNvPr>
          <p:cNvSpPr txBox="1"/>
          <p:nvPr/>
        </p:nvSpPr>
        <p:spPr>
          <a:xfrm>
            <a:off x="1427389" y="4254644"/>
            <a:ext cx="776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rgbClr val="FFFFFF"/>
                </a:solidFill>
                <a:latin typeface="+mj-lt"/>
              </a:rPr>
              <a:t>2016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C995FF2-EC00-46D6-8668-9B83B4B412AC}"/>
              </a:ext>
            </a:extLst>
          </p:cNvPr>
          <p:cNvSpPr txBox="1"/>
          <p:nvPr/>
        </p:nvSpPr>
        <p:spPr>
          <a:xfrm>
            <a:off x="1248376" y="4833351"/>
            <a:ext cx="1816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Lorem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ipsum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dolor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sit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amet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adipiscing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elit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. 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6499213-8500-415A-95E9-25633ADAB074}"/>
              </a:ext>
            </a:extLst>
          </p:cNvPr>
          <p:cNvSpPr/>
          <p:nvPr/>
        </p:nvSpPr>
        <p:spPr>
          <a:xfrm>
            <a:off x="1356000" y="3967584"/>
            <a:ext cx="72000" cy="72000"/>
          </a:xfrm>
          <a:prstGeom prst="ellipse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5BF2AEB-1770-41E1-8726-A4D985164C62}"/>
              </a:ext>
            </a:extLst>
          </p:cNvPr>
          <p:cNvSpPr/>
          <p:nvPr/>
        </p:nvSpPr>
        <p:spPr>
          <a:xfrm>
            <a:off x="4103827" y="3967584"/>
            <a:ext cx="72000" cy="72000"/>
          </a:xfrm>
          <a:prstGeom prst="ellipse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610E6E18-0C0F-42D1-BE57-5D7244444B22}"/>
              </a:ext>
            </a:extLst>
          </p:cNvPr>
          <p:cNvSpPr txBox="1">
            <a:spLocks/>
          </p:cNvSpPr>
          <p:nvPr/>
        </p:nvSpPr>
        <p:spPr>
          <a:xfrm>
            <a:off x="3585815" y="464811"/>
            <a:ext cx="5020370" cy="907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CE1930B2-559D-4EFD-BE3D-21287DA1A99F}"/>
              </a:ext>
            </a:extLst>
          </p:cNvPr>
          <p:cNvSpPr/>
          <p:nvPr/>
        </p:nvSpPr>
        <p:spPr>
          <a:xfrm>
            <a:off x="3683756" y="3354991"/>
            <a:ext cx="984142" cy="442819"/>
          </a:xfrm>
          <a:prstGeom prst="roundRect">
            <a:avLst/>
          </a:prstGeom>
          <a:solidFill>
            <a:schemeClr val="tx1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80E7053-2C8C-4BD3-8FC4-8774D6F59B30}"/>
              </a:ext>
            </a:extLst>
          </p:cNvPr>
          <p:cNvSpPr txBox="1"/>
          <p:nvPr/>
        </p:nvSpPr>
        <p:spPr>
          <a:xfrm>
            <a:off x="3787527" y="3363617"/>
            <a:ext cx="776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rgbClr val="FFFFFF"/>
                </a:solidFill>
                <a:latin typeface="+mj-lt"/>
              </a:rPr>
              <a:t>2017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CC32059-E53A-47A5-A03D-2FEB96637EA7}"/>
              </a:ext>
            </a:extLst>
          </p:cNvPr>
          <p:cNvSpPr txBox="1"/>
          <p:nvPr/>
        </p:nvSpPr>
        <p:spPr>
          <a:xfrm>
            <a:off x="3647756" y="2541520"/>
            <a:ext cx="1816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Lorem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ipsum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dolor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amet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adipiscing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elit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. 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BFA38C06-4B91-4BAA-8477-59322D5CBCB4}"/>
              </a:ext>
            </a:extLst>
          </p:cNvPr>
          <p:cNvSpPr/>
          <p:nvPr/>
        </p:nvSpPr>
        <p:spPr>
          <a:xfrm>
            <a:off x="6418954" y="4218644"/>
            <a:ext cx="984142" cy="442819"/>
          </a:xfrm>
          <a:prstGeom prst="roundRect">
            <a:avLst/>
          </a:prstGeom>
          <a:solidFill>
            <a:schemeClr val="tx1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4E45DDE-FAA2-4C17-8540-B77F3EAB1640}"/>
              </a:ext>
            </a:extLst>
          </p:cNvPr>
          <p:cNvSpPr txBox="1"/>
          <p:nvPr/>
        </p:nvSpPr>
        <p:spPr>
          <a:xfrm>
            <a:off x="6522725" y="4227270"/>
            <a:ext cx="776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rgbClr val="FFFFFF"/>
                </a:solidFill>
                <a:latin typeface="+mj-lt"/>
              </a:rPr>
              <a:t>2018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0F62B3FD-5DA3-4DB7-87DB-6A10920769B5}"/>
              </a:ext>
            </a:extLst>
          </p:cNvPr>
          <p:cNvSpPr txBox="1"/>
          <p:nvPr/>
        </p:nvSpPr>
        <p:spPr>
          <a:xfrm>
            <a:off x="6343712" y="4805977"/>
            <a:ext cx="1816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Lorem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ipsum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dolor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amet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adipiscing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elit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. 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640FE6D4-B96A-4FB1-AC66-5144BF558BFB}"/>
              </a:ext>
            </a:extLst>
          </p:cNvPr>
          <p:cNvSpPr/>
          <p:nvPr/>
        </p:nvSpPr>
        <p:spPr>
          <a:xfrm>
            <a:off x="6851654" y="3957314"/>
            <a:ext cx="72000" cy="72000"/>
          </a:xfrm>
          <a:prstGeom prst="ellipse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AB82A122-D9F2-43C9-A345-EA316C0CFAA7}"/>
              </a:ext>
            </a:extLst>
          </p:cNvPr>
          <p:cNvSpPr/>
          <p:nvPr/>
        </p:nvSpPr>
        <p:spPr>
          <a:xfrm>
            <a:off x="9599480" y="3964514"/>
            <a:ext cx="72000" cy="72000"/>
          </a:xfrm>
          <a:prstGeom prst="ellipse">
            <a:avLst/>
          </a:prstGeom>
          <a:solidFill>
            <a:schemeClr val="accent3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A9C4075C-19EE-4D04-BBAF-BAB078D5C7D4}"/>
              </a:ext>
            </a:extLst>
          </p:cNvPr>
          <p:cNvSpPr/>
          <p:nvPr/>
        </p:nvSpPr>
        <p:spPr>
          <a:xfrm>
            <a:off x="9179409" y="3318369"/>
            <a:ext cx="984142" cy="442819"/>
          </a:xfrm>
          <a:prstGeom prst="roundRect">
            <a:avLst/>
          </a:prstGeom>
          <a:solidFill>
            <a:schemeClr val="tx1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1AD5935F-284B-4A32-9E32-60329ABBE394}"/>
              </a:ext>
            </a:extLst>
          </p:cNvPr>
          <p:cNvSpPr txBox="1"/>
          <p:nvPr/>
        </p:nvSpPr>
        <p:spPr>
          <a:xfrm>
            <a:off x="9283180" y="3326995"/>
            <a:ext cx="776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rgbClr val="FFFFFF"/>
                </a:solidFill>
                <a:latin typeface="+mj-lt"/>
              </a:rPr>
              <a:t>2019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BE0C4CC-1B5B-470A-B59D-0729BC9BD475}"/>
              </a:ext>
            </a:extLst>
          </p:cNvPr>
          <p:cNvSpPr txBox="1"/>
          <p:nvPr/>
        </p:nvSpPr>
        <p:spPr>
          <a:xfrm>
            <a:off x="9143409" y="2504898"/>
            <a:ext cx="1816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Lorem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ipsum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dolor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amet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adipiscing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elit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911262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0BC34EC9-003C-4563-8E98-969331138093}"/>
              </a:ext>
            </a:extLst>
          </p:cNvPr>
          <p:cNvSpPr/>
          <p:nvPr/>
        </p:nvSpPr>
        <p:spPr>
          <a:xfrm>
            <a:off x="0" y="3999980"/>
            <a:ext cx="9684000" cy="7200"/>
          </a:xfrm>
          <a:prstGeom prst="rect">
            <a:avLst/>
          </a:prstGeom>
          <a:gradFill flip="none" rotWithShape="1">
            <a:gsLst>
              <a:gs pos="19000">
                <a:schemeClr val="accent1"/>
              </a:gs>
              <a:gs pos="0">
                <a:schemeClr val="accent3">
                  <a:lumMod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4590FC72-4359-4741-A7D6-5C04DA5C1329}"/>
              </a:ext>
            </a:extLst>
          </p:cNvPr>
          <p:cNvSpPr/>
          <p:nvPr/>
        </p:nvSpPr>
        <p:spPr>
          <a:xfrm>
            <a:off x="9676453" y="3967580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243E62D5-0594-4896-9A55-98B3E388FA81}"/>
              </a:ext>
            </a:extLst>
          </p:cNvPr>
          <p:cNvSpPr/>
          <p:nvPr/>
        </p:nvSpPr>
        <p:spPr>
          <a:xfrm>
            <a:off x="1323618" y="4246018"/>
            <a:ext cx="984142" cy="442819"/>
          </a:xfrm>
          <a:prstGeom prst="roundRect">
            <a:avLst/>
          </a:prstGeom>
          <a:solidFill>
            <a:schemeClr val="tx1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A14D8FF-ED21-4C71-9B84-2A9C76979FE2}"/>
              </a:ext>
            </a:extLst>
          </p:cNvPr>
          <p:cNvSpPr txBox="1"/>
          <p:nvPr/>
        </p:nvSpPr>
        <p:spPr>
          <a:xfrm>
            <a:off x="1427389" y="4254644"/>
            <a:ext cx="776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rgbClr val="FFFFFF"/>
                </a:solidFill>
                <a:latin typeface="+mj-lt"/>
              </a:rPr>
              <a:t>2021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BCDED32-FA55-41DF-8C6D-F64F17A307A2}"/>
              </a:ext>
            </a:extLst>
          </p:cNvPr>
          <p:cNvSpPr txBox="1"/>
          <p:nvPr/>
        </p:nvSpPr>
        <p:spPr>
          <a:xfrm>
            <a:off x="1248376" y="4833351"/>
            <a:ext cx="1816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Lorem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ipsum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dolor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sit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amet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adipiscing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elit</a:t>
            </a:r>
            <a:r>
              <a:rPr lang="es-E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. </a:t>
            </a: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FA8FED46-9D06-40D6-B1DE-0A4B9513570E}"/>
              </a:ext>
            </a:extLst>
          </p:cNvPr>
          <p:cNvSpPr/>
          <p:nvPr/>
        </p:nvSpPr>
        <p:spPr>
          <a:xfrm>
            <a:off x="1356000" y="3967584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50317327-C033-42CF-98D2-97042DA25748}"/>
              </a:ext>
            </a:extLst>
          </p:cNvPr>
          <p:cNvSpPr/>
          <p:nvPr/>
        </p:nvSpPr>
        <p:spPr>
          <a:xfrm>
            <a:off x="4103827" y="3967584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17A1AD7F-E5EB-4D16-A1F1-55437BA4BD75}"/>
              </a:ext>
            </a:extLst>
          </p:cNvPr>
          <p:cNvSpPr/>
          <p:nvPr/>
        </p:nvSpPr>
        <p:spPr>
          <a:xfrm>
            <a:off x="3683756" y="3354991"/>
            <a:ext cx="984142" cy="442819"/>
          </a:xfrm>
          <a:prstGeom prst="roundRect">
            <a:avLst/>
          </a:prstGeom>
          <a:solidFill>
            <a:schemeClr val="tx1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9FB44F6-B7B1-497A-A0CE-2B6551ABF6B4}"/>
              </a:ext>
            </a:extLst>
          </p:cNvPr>
          <p:cNvSpPr txBox="1"/>
          <p:nvPr/>
        </p:nvSpPr>
        <p:spPr>
          <a:xfrm>
            <a:off x="3787527" y="3363617"/>
            <a:ext cx="776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rgbClr val="FFFFFF"/>
                </a:solidFill>
                <a:latin typeface="+mj-lt"/>
              </a:rPr>
              <a:t>2022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B3BD0F9-94D5-4C81-A220-11E9DDC92C17}"/>
              </a:ext>
            </a:extLst>
          </p:cNvPr>
          <p:cNvSpPr txBox="1"/>
          <p:nvPr/>
        </p:nvSpPr>
        <p:spPr>
          <a:xfrm>
            <a:off x="3647756" y="2541520"/>
            <a:ext cx="1816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Lorem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ipsum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dolor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amet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adipiscing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elit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. </a:t>
            </a: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DDA472A1-8FAE-494F-853F-FDF447D3B2D6}"/>
              </a:ext>
            </a:extLst>
          </p:cNvPr>
          <p:cNvSpPr/>
          <p:nvPr/>
        </p:nvSpPr>
        <p:spPr>
          <a:xfrm>
            <a:off x="6418954" y="4218644"/>
            <a:ext cx="984142" cy="442819"/>
          </a:xfrm>
          <a:prstGeom prst="roundRect">
            <a:avLst/>
          </a:prstGeom>
          <a:solidFill>
            <a:schemeClr val="tx1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06BC176E-1741-4F96-9DF8-7B4EBBBB7E05}"/>
              </a:ext>
            </a:extLst>
          </p:cNvPr>
          <p:cNvSpPr txBox="1"/>
          <p:nvPr/>
        </p:nvSpPr>
        <p:spPr>
          <a:xfrm>
            <a:off x="6522725" y="4227270"/>
            <a:ext cx="776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rgbClr val="FFFFFF"/>
                </a:solidFill>
                <a:latin typeface="+mj-lt"/>
              </a:rPr>
              <a:t>2023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300966C-298E-4A3F-B83D-B86EDD779994}"/>
              </a:ext>
            </a:extLst>
          </p:cNvPr>
          <p:cNvSpPr txBox="1"/>
          <p:nvPr/>
        </p:nvSpPr>
        <p:spPr>
          <a:xfrm>
            <a:off x="6343712" y="4805977"/>
            <a:ext cx="1816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Lorem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ipsum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dolor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amet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adipiscing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elit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. </a:t>
            </a:r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89A638A5-779D-4BDD-9D53-1AEECD0CEF8B}"/>
              </a:ext>
            </a:extLst>
          </p:cNvPr>
          <p:cNvSpPr/>
          <p:nvPr/>
        </p:nvSpPr>
        <p:spPr>
          <a:xfrm>
            <a:off x="6851654" y="3957314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BBEC0AEA-1446-4C23-A729-35DAE4AD5DC9}"/>
              </a:ext>
            </a:extLst>
          </p:cNvPr>
          <p:cNvSpPr/>
          <p:nvPr/>
        </p:nvSpPr>
        <p:spPr>
          <a:xfrm>
            <a:off x="9179409" y="3318369"/>
            <a:ext cx="984142" cy="442819"/>
          </a:xfrm>
          <a:prstGeom prst="roundRect">
            <a:avLst/>
          </a:prstGeom>
          <a:solidFill>
            <a:schemeClr val="tx1">
              <a:alpha val="1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E209890-E7B5-466B-87BE-10B1E16D0042}"/>
              </a:ext>
            </a:extLst>
          </p:cNvPr>
          <p:cNvSpPr txBox="1"/>
          <p:nvPr/>
        </p:nvSpPr>
        <p:spPr>
          <a:xfrm>
            <a:off x="9283180" y="3326995"/>
            <a:ext cx="776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>
                <a:solidFill>
                  <a:srgbClr val="FFFFFF"/>
                </a:solidFill>
                <a:latin typeface="+mj-lt"/>
              </a:rPr>
              <a:t>2024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441A4ABB-5093-4E45-A283-2CDC67E4C88D}"/>
              </a:ext>
            </a:extLst>
          </p:cNvPr>
          <p:cNvSpPr txBox="1"/>
          <p:nvPr/>
        </p:nvSpPr>
        <p:spPr>
          <a:xfrm>
            <a:off x="9143409" y="2504898"/>
            <a:ext cx="1816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Lorem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ipsum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dolor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amet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consectetur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adipiscing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s-ES" sz="120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elit</a:t>
            </a:r>
            <a:r>
              <a:rPr lang="es-ES" sz="1200">
                <a:solidFill>
                  <a:schemeClr val="accent6">
                    <a:lumMod val="20000"/>
                    <a:lumOff val="80000"/>
                  </a:schemeClr>
                </a:solidFill>
              </a:rPr>
              <a:t>. </a:t>
            </a:r>
          </a:p>
        </p:txBody>
      </p:sp>
      <p:sp>
        <p:nvSpPr>
          <p:cNvPr id="63" name="Título 1">
            <a:extLst>
              <a:ext uri="{FF2B5EF4-FFF2-40B4-BE49-F238E27FC236}">
                <a16:creationId xmlns:a16="http://schemas.microsoft.com/office/drawing/2014/main" id="{88E243E8-4CAE-4ACC-B0BC-1998FE3D956E}"/>
              </a:ext>
            </a:extLst>
          </p:cNvPr>
          <p:cNvSpPr txBox="1">
            <a:spLocks/>
          </p:cNvSpPr>
          <p:nvPr/>
        </p:nvSpPr>
        <p:spPr>
          <a:xfrm>
            <a:off x="3585815" y="464811"/>
            <a:ext cx="5020370" cy="907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dirty="0">
                <a:solidFill>
                  <a:srgbClr val="FFFFFF"/>
                </a:solidFill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30521518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84444BEF-8AEF-4852-B614-943740D2B54E}"/>
              </a:ext>
            </a:extLst>
          </p:cNvPr>
          <p:cNvSpPr/>
          <p:nvPr/>
        </p:nvSpPr>
        <p:spPr>
          <a:xfrm>
            <a:off x="491552" y="799337"/>
            <a:ext cx="5487864" cy="5259325"/>
          </a:xfrm>
          <a:prstGeom prst="roundRect">
            <a:avLst>
              <a:gd name="adj" fmla="val 3409"/>
            </a:avLst>
          </a:prstGeom>
          <a:solidFill>
            <a:schemeClr val="tx2">
              <a:alpha val="6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1">
                  <a:lumMod val="10000"/>
                </a:schemeClr>
              </a:solidFill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A9F82A27-0C9C-42FD-9575-F65DA7DF9F34}"/>
              </a:ext>
            </a:extLst>
          </p:cNvPr>
          <p:cNvGrpSpPr/>
          <p:nvPr/>
        </p:nvGrpSpPr>
        <p:grpSpPr>
          <a:xfrm>
            <a:off x="1139108" y="1786119"/>
            <a:ext cx="4192869" cy="3565714"/>
            <a:chOff x="1102032" y="1840983"/>
            <a:chExt cx="4417664" cy="3565714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8BED8F49-D763-4CE3-B697-311942D09EE6}"/>
                </a:ext>
              </a:extLst>
            </p:cNvPr>
            <p:cNvSpPr/>
            <p:nvPr/>
          </p:nvSpPr>
          <p:spPr>
            <a:xfrm>
              <a:off x="1979149" y="4569846"/>
              <a:ext cx="2663308" cy="836851"/>
            </a:xfrm>
            <a:custGeom>
              <a:avLst/>
              <a:gdLst>
                <a:gd name="connsiteX0" fmla="*/ 296384 w 2663308"/>
                <a:gd name="connsiteY0" fmla="*/ 836852 h 836851"/>
                <a:gd name="connsiteX1" fmla="*/ 2366803 w 2663308"/>
                <a:gd name="connsiteY1" fmla="*/ 836852 h 836851"/>
                <a:gd name="connsiteX2" fmla="*/ 2439815 w 2663308"/>
                <a:gd name="connsiteY2" fmla="*/ 783608 h 836851"/>
                <a:gd name="connsiteX3" fmla="*/ 2659580 w 2663308"/>
                <a:gd name="connsiteY3" fmla="*/ 100058 h 836851"/>
                <a:gd name="connsiteX4" fmla="*/ 2586568 w 2663308"/>
                <a:gd name="connsiteY4" fmla="*/ 0 h 836851"/>
                <a:gd name="connsiteX5" fmla="*/ 76741 w 2663308"/>
                <a:gd name="connsiteY5" fmla="*/ 0 h 836851"/>
                <a:gd name="connsiteX6" fmla="*/ 3728 w 2663308"/>
                <a:gd name="connsiteY6" fmla="*/ 100058 h 836851"/>
                <a:gd name="connsiteX7" fmla="*/ 223493 w 2663308"/>
                <a:gd name="connsiteY7" fmla="*/ 783608 h 836851"/>
                <a:gd name="connsiteX8" fmla="*/ 296505 w 2663308"/>
                <a:gd name="connsiteY8" fmla="*/ 836852 h 836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3308" h="836851">
                  <a:moveTo>
                    <a:pt x="296384" y="836852"/>
                  </a:moveTo>
                  <a:lnTo>
                    <a:pt x="2366803" y="836852"/>
                  </a:lnTo>
                  <a:cubicBezTo>
                    <a:pt x="2400156" y="836852"/>
                    <a:pt x="2429628" y="815385"/>
                    <a:pt x="2439815" y="783608"/>
                  </a:cubicBezTo>
                  <a:lnTo>
                    <a:pt x="2659580" y="100058"/>
                  </a:lnTo>
                  <a:cubicBezTo>
                    <a:pt x="2675468" y="50575"/>
                    <a:pt x="2638598" y="0"/>
                    <a:pt x="2586568" y="0"/>
                  </a:cubicBezTo>
                  <a:lnTo>
                    <a:pt x="76741" y="0"/>
                  </a:lnTo>
                  <a:cubicBezTo>
                    <a:pt x="24710" y="0"/>
                    <a:pt x="-12160" y="50575"/>
                    <a:pt x="3728" y="100058"/>
                  </a:cubicBezTo>
                  <a:lnTo>
                    <a:pt x="223493" y="783608"/>
                  </a:lnTo>
                  <a:cubicBezTo>
                    <a:pt x="233681" y="815263"/>
                    <a:pt x="263152" y="836852"/>
                    <a:pt x="296505" y="836852"/>
                  </a:cubicBezTo>
                  <a:close/>
                </a:path>
              </a:pathLst>
            </a:custGeom>
            <a:solidFill>
              <a:schemeClr val="accent1"/>
            </a:solidFill>
            <a:ln w="12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7502217B-9ABF-44BD-8190-EFFD3440117A}"/>
                </a:ext>
              </a:extLst>
            </p:cNvPr>
            <p:cNvSpPr/>
            <p:nvPr/>
          </p:nvSpPr>
          <p:spPr>
            <a:xfrm>
              <a:off x="1686736" y="3660225"/>
              <a:ext cx="3248134" cy="836851"/>
            </a:xfrm>
            <a:custGeom>
              <a:avLst/>
              <a:gdLst>
                <a:gd name="connsiteX0" fmla="*/ 296384 w 3248134"/>
                <a:gd name="connsiteY0" fmla="*/ 836852 h 836851"/>
                <a:gd name="connsiteX1" fmla="*/ 2951629 w 3248134"/>
                <a:gd name="connsiteY1" fmla="*/ 836852 h 836851"/>
                <a:gd name="connsiteX2" fmla="*/ 3024641 w 3248134"/>
                <a:gd name="connsiteY2" fmla="*/ 783608 h 836851"/>
                <a:gd name="connsiteX3" fmla="*/ 3244406 w 3248134"/>
                <a:gd name="connsiteY3" fmla="*/ 100058 h 836851"/>
                <a:gd name="connsiteX4" fmla="*/ 3171394 w 3248134"/>
                <a:gd name="connsiteY4" fmla="*/ 0 h 836851"/>
                <a:gd name="connsiteX5" fmla="*/ 76741 w 3248134"/>
                <a:gd name="connsiteY5" fmla="*/ 0 h 836851"/>
                <a:gd name="connsiteX6" fmla="*/ 3728 w 3248134"/>
                <a:gd name="connsiteY6" fmla="*/ 100058 h 836851"/>
                <a:gd name="connsiteX7" fmla="*/ 223493 w 3248134"/>
                <a:gd name="connsiteY7" fmla="*/ 783608 h 836851"/>
                <a:gd name="connsiteX8" fmla="*/ 296505 w 3248134"/>
                <a:gd name="connsiteY8" fmla="*/ 836852 h 836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48134" h="836851">
                  <a:moveTo>
                    <a:pt x="296384" y="836852"/>
                  </a:moveTo>
                  <a:lnTo>
                    <a:pt x="2951629" y="836852"/>
                  </a:lnTo>
                  <a:cubicBezTo>
                    <a:pt x="2984982" y="836852"/>
                    <a:pt x="3014454" y="815384"/>
                    <a:pt x="3024641" y="783608"/>
                  </a:cubicBezTo>
                  <a:lnTo>
                    <a:pt x="3244406" y="100058"/>
                  </a:lnTo>
                  <a:cubicBezTo>
                    <a:pt x="3260294" y="50575"/>
                    <a:pt x="3223424" y="0"/>
                    <a:pt x="3171394" y="0"/>
                  </a:cubicBezTo>
                  <a:lnTo>
                    <a:pt x="76741" y="0"/>
                  </a:lnTo>
                  <a:cubicBezTo>
                    <a:pt x="24710" y="0"/>
                    <a:pt x="-12160" y="50575"/>
                    <a:pt x="3728" y="100058"/>
                  </a:cubicBezTo>
                  <a:lnTo>
                    <a:pt x="223493" y="783608"/>
                  </a:lnTo>
                  <a:cubicBezTo>
                    <a:pt x="233681" y="815263"/>
                    <a:pt x="263152" y="836852"/>
                    <a:pt x="296505" y="836852"/>
                  </a:cubicBezTo>
                  <a:close/>
                </a:path>
              </a:pathLst>
            </a:custGeom>
            <a:solidFill>
              <a:schemeClr val="accent3">
                <a:lumMod val="90000"/>
              </a:schemeClr>
            </a:solidFill>
            <a:ln w="12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4E192BF4-FFC6-4A93-B12A-617BDD14879A}"/>
                </a:ext>
              </a:extLst>
            </p:cNvPr>
            <p:cNvSpPr/>
            <p:nvPr/>
          </p:nvSpPr>
          <p:spPr>
            <a:xfrm>
              <a:off x="1394323" y="2750604"/>
              <a:ext cx="3832959" cy="836851"/>
            </a:xfrm>
            <a:custGeom>
              <a:avLst/>
              <a:gdLst>
                <a:gd name="connsiteX0" fmla="*/ 296505 w 3832959"/>
                <a:gd name="connsiteY0" fmla="*/ 836852 h 836851"/>
                <a:gd name="connsiteX1" fmla="*/ 3536455 w 3832959"/>
                <a:gd name="connsiteY1" fmla="*/ 836852 h 836851"/>
                <a:gd name="connsiteX2" fmla="*/ 3609467 w 3832959"/>
                <a:gd name="connsiteY2" fmla="*/ 783608 h 836851"/>
                <a:gd name="connsiteX3" fmla="*/ 3829231 w 3832959"/>
                <a:gd name="connsiteY3" fmla="*/ 100058 h 836851"/>
                <a:gd name="connsiteX4" fmla="*/ 3756219 w 3832959"/>
                <a:gd name="connsiteY4" fmla="*/ 0 h 836851"/>
                <a:gd name="connsiteX5" fmla="*/ 76741 w 3832959"/>
                <a:gd name="connsiteY5" fmla="*/ 0 h 836851"/>
                <a:gd name="connsiteX6" fmla="*/ 3728 w 3832959"/>
                <a:gd name="connsiteY6" fmla="*/ 100058 h 836851"/>
                <a:gd name="connsiteX7" fmla="*/ 223493 w 3832959"/>
                <a:gd name="connsiteY7" fmla="*/ 783608 h 836851"/>
                <a:gd name="connsiteX8" fmla="*/ 296505 w 3832959"/>
                <a:gd name="connsiteY8" fmla="*/ 836852 h 836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32959" h="836851">
                  <a:moveTo>
                    <a:pt x="296505" y="836852"/>
                  </a:moveTo>
                  <a:lnTo>
                    <a:pt x="3536455" y="836852"/>
                  </a:lnTo>
                  <a:cubicBezTo>
                    <a:pt x="3569808" y="836852"/>
                    <a:pt x="3599279" y="815384"/>
                    <a:pt x="3609467" y="783608"/>
                  </a:cubicBezTo>
                  <a:lnTo>
                    <a:pt x="3829231" y="100058"/>
                  </a:lnTo>
                  <a:cubicBezTo>
                    <a:pt x="3845120" y="50575"/>
                    <a:pt x="3808250" y="0"/>
                    <a:pt x="3756219" y="0"/>
                  </a:cubicBezTo>
                  <a:lnTo>
                    <a:pt x="76741" y="0"/>
                  </a:lnTo>
                  <a:cubicBezTo>
                    <a:pt x="24710" y="0"/>
                    <a:pt x="-12160" y="50575"/>
                    <a:pt x="3728" y="100058"/>
                  </a:cubicBezTo>
                  <a:lnTo>
                    <a:pt x="223493" y="783608"/>
                  </a:lnTo>
                  <a:cubicBezTo>
                    <a:pt x="233681" y="815263"/>
                    <a:pt x="263152" y="836852"/>
                    <a:pt x="296505" y="836852"/>
                  </a:cubicBezTo>
                  <a:close/>
                </a:path>
              </a:pathLst>
            </a:custGeom>
            <a:solidFill>
              <a:schemeClr val="tx2"/>
            </a:solidFill>
            <a:ln w="12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4FE0800E-6B2A-45BB-BBB9-939A5D39FFE8}"/>
                </a:ext>
              </a:extLst>
            </p:cNvPr>
            <p:cNvSpPr/>
            <p:nvPr/>
          </p:nvSpPr>
          <p:spPr>
            <a:xfrm>
              <a:off x="1102032" y="1840983"/>
              <a:ext cx="4417664" cy="836851"/>
            </a:xfrm>
            <a:custGeom>
              <a:avLst/>
              <a:gdLst>
                <a:gd name="connsiteX0" fmla="*/ 296384 w 4417664"/>
                <a:gd name="connsiteY0" fmla="*/ 836852 h 836851"/>
                <a:gd name="connsiteX1" fmla="*/ 4121159 w 4417664"/>
                <a:gd name="connsiteY1" fmla="*/ 836852 h 836851"/>
                <a:gd name="connsiteX2" fmla="*/ 4194172 w 4417664"/>
                <a:gd name="connsiteY2" fmla="*/ 783608 h 836851"/>
                <a:gd name="connsiteX3" fmla="*/ 4413936 w 4417664"/>
                <a:gd name="connsiteY3" fmla="*/ 100058 h 836851"/>
                <a:gd name="connsiteX4" fmla="*/ 4340924 w 4417664"/>
                <a:gd name="connsiteY4" fmla="*/ 0 h 836851"/>
                <a:gd name="connsiteX5" fmla="*/ 76741 w 4417664"/>
                <a:gd name="connsiteY5" fmla="*/ 0 h 836851"/>
                <a:gd name="connsiteX6" fmla="*/ 3728 w 4417664"/>
                <a:gd name="connsiteY6" fmla="*/ 100058 h 836851"/>
                <a:gd name="connsiteX7" fmla="*/ 223493 w 4417664"/>
                <a:gd name="connsiteY7" fmla="*/ 783608 h 836851"/>
                <a:gd name="connsiteX8" fmla="*/ 296505 w 4417664"/>
                <a:gd name="connsiteY8" fmla="*/ 836852 h 836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7664" h="836851">
                  <a:moveTo>
                    <a:pt x="296384" y="836852"/>
                  </a:moveTo>
                  <a:lnTo>
                    <a:pt x="4121159" y="836852"/>
                  </a:lnTo>
                  <a:cubicBezTo>
                    <a:pt x="4154512" y="836852"/>
                    <a:pt x="4183984" y="815384"/>
                    <a:pt x="4194172" y="783608"/>
                  </a:cubicBezTo>
                  <a:lnTo>
                    <a:pt x="4413936" y="100058"/>
                  </a:lnTo>
                  <a:cubicBezTo>
                    <a:pt x="4429824" y="50575"/>
                    <a:pt x="4392954" y="0"/>
                    <a:pt x="4340924" y="0"/>
                  </a:cubicBezTo>
                  <a:lnTo>
                    <a:pt x="76741" y="0"/>
                  </a:lnTo>
                  <a:cubicBezTo>
                    <a:pt x="24710" y="0"/>
                    <a:pt x="-12160" y="50575"/>
                    <a:pt x="3728" y="100058"/>
                  </a:cubicBezTo>
                  <a:lnTo>
                    <a:pt x="223493" y="783608"/>
                  </a:lnTo>
                  <a:cubicBezTo>
                    <a:pt x="233681" y="815263"/>
                    <a:pt x="263152" y="836852"/>
                    <a:pt x="296505" y="836852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1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 dirty="0"/>
            </a:p>
          </p:txBody>
        </p:sp>
      </p:grpSp>
      <p:sp>
        <p:nvSpPr>
          <p:cNvPr id="190" name="CuadroTexto 189">
            <a:extLst>
              <a:ext uri="{FF2B5EF4-FFF2-40B4-BE49-F238E27FC236}">
                <a16:creationId xmlns:a16="http://schemas.microsoft.com/office/drawing/2014/main" id="{0F8490C2-FA7C-42DB-BE60-C4EA87F19D54}"/>
              </a:ext>
            </a:extLst>
          </p:cNvPr>
          <p:cNvSpPr txBox="1"/>
          <p:nvPr/>
        </p:nvSpPr>
        <p:spPr>
          <a:xfrm>
            <a:off x="2029926" y="1964810"/>
            <a:ext cx="241123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spc="0" baseline="0" dirty="0">
                <a:solidFill>
                  <a:sysClr val="windowText" lastClr="000000"/>
                </a:solidFill>
                <a:latin typeface="+mj-lt"/>
                <a:ea typeface="Inter"/>
                <a:sym typeface="Inter"/>
                <a:rtl val="0"/>
              </a:rPr>
              <a:t>Atracción</a:t>
            </a:r>
          </a:p>
          <a:p>
            <a:pPr algn="ctr"/>
            <a:r>
              <a:rPr lang="es-ES" sz="1100" dirty="0">
                <a:solidFill>
                  <a:sysClr val="windowText" lastClr="000000"/>
                </a:solidFill>
                <a:latin typeface="+mj-lt"/>
                <a:ea typeface="Inter"/>
                <a:sym typeface="Inter"/>
                <a:rtl val="0"/>
              </a:rPr>
              <a:t>Generación de trafico y </a:t>
            </a:r>
            <a:r>
              <a:rPr lang="es-ES" sz="1100" dirty="0" err="1">
                <a:solidFill>
                  <a:sysClr val="windowText" lastClr="000000"/>
                </a:solidFill>
                <a:latin typeface="+mj-lt"/>
                <a:ea typeface="Inter"/>
                <a:sym typeface="Inter"/>
                <a:rtl val="0"/>
              </a:rPr>
              <a:t>Awareness</a:t>
            </a:r>
            <a:endParaRPr lang="es-ES" sz="1100" spc="0" baseline="0" dirty="0">
              <a:solidFill>
                <a:sysClr val="windowText" lastClr="000000"/>
              </a:solidFill>
              <a:latin typeface="+mj-lt"/>
              <a:ea typeface="Inter"/>
              <a:sym typeface="Inter"/>
              <a:rtl val="0"/>
            </a:endParaRP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2F1CD76A-7CF8-464B-BF1A-BEEF1D9ED8C5}"/>
              </a:ext>
            </a:extLst>
          </p:cNvPr>
          <p:cNvSpPr txBox="1"/>
          <p:nvPr/>
        </p:nvSpPr>
        <p:spPr>
          <a:xfrm>
            <a:off x="2250339" y="2878207"/>
            <a:ext cx="197041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spc="0" baseline="0" dirty="0">
                <a:solidFill>
                  <a:sysClr val="windowText" lastClr="000000"/>
                </a:solidFill>
                <a:latin typeface="+mj-lt"/>
                <a:ea typeface="Inter"/>
                <a:sym typeface="Inter"/>
                <a:rtl val="0"/>
              </a:rPr>
              <a:t>Interacción</a:t>
            </a:r>
            <a:endParaRPr lang="es-ES" sz="1400" b="1" dirty="0">
              <a:solidFill>
                <a:sysClr val="windowText" lastClr="000000"/>
              </a:solidFill>
              <a:latin typeface="+mj-lt"/>
              <a:ea typeface="Inter"/>
              <a:sym typeface="Inter"/>
              <a:rtl val="0"/>
            </a:endParaRPr>
          </a:p>
          <a:p>
            <a:pPr algn="ctr"/>
            <a:r>
              <a:rPr lang="es-ES" sz="1100" spc="0" baseline="0" dirty="0">
                <a:solidFill>
                  <a:sysClr val="windowText" lastClr="000000"/>
                </a:solidFill>
                <a:latin typeface="+mj-lt"/>
                <a:ea typeface="Inter"/>
                <a:sym typeface="Inter"/>
                <a:rtl val="0"/>
              </a:rPr>
              <a:t>Convertir v</a:t>
            </a:r>
            <a:r>
              <a:rPr lang="es-ES" sz="1100" dirty="0">
                <a:solidFill>
                  <a:sysClr val="windowText" lastClr="000000"/>
                </a:solidFill>
                <a:latin typeface="+mj-lt"/>
                <a:ea typeface="Inter"/>
                <a:sym typeface="Inter"/>
                <a:rtl val="0"/>
              </a:rPr>
              <a:t>isitantes en leads</a:t>
            </a:r>
            <a:endParaRPr lang="es-ES" sz="1100" spc="0" baseline="0" dirty="0">
              <a:solidFill>
                <a:sysClr val="windowText" lastClr="000000"/>
              </a:solidFill>
              <a:latin typeface="+mj-lt"/>
              <a:ea typeface="Inter"/>
              <a:sym typeface="Inter"/>
              <a:rtl val="0"/>
            </a:endParaRP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0A6537EA-E7C8-4158-8187-EEDAB591E051}"/>
              </a:ext>
            </a:extLst>
          </p:cNvPr>
          <p:cNvSpPr txBox="1"/>
          <p:nvPr/>
        </p:nvSpPr>
        <p:spPr>
          <a:xfrm>
            <a:off x="2630249" y="3837159"/>
            <a:ext cx="12105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spc="0" baseline="0" dirty="0">
                <a:solidFill>
                  <a:sysClr val="windowText" lastClr="000000"/>
                </a:solidFill>
                <a:latin typeface="+mj-lt"/>
                <a:ea typeface="Inter"/>
                <a:sym typeface="Inter"/>
                <a:rtl val="0"/>
              </a:rPr>
              <a:t>Conversión</a:t>
            </a:r>
            <a:endParaRPr lang="es-ES" sz="1400" b="1" dirty="0">
              <a:solidFill>
                <a:sysClr val="windowText" lastClr="000000"/>
              </a:solidFill>
              <a:latin typeface="+mj-lt"/>
              <a:ea typeface="Inter"/>
              <a:sym typeface="Inter"/>
              <a:rtl val="0"/>
            </a:endParaRPr>
          </a:p>
          <a:p>
            <a:pPr algn="ctr"/>
            <a:r>
              <a:rPr lang="es-ES" sz="1100" dirty="0">
                <a:solidFill>
                  <a:sysClr val="windowText" lastClr="000000"/>
                </a:solidFill>
                <a:latin typeface="+mj-lt"/>
                <a:ea typeface="Inter"/>
                <a:sym typeface="Inter"/>
                <a:rtl val="0"/>
              </a:rPr>
              <a:t>Leads a clientes</a:t>
            </a:r>
            <a:endParaRPr lang="es-ES" sz="1100" spc="0" baseline="0" dirty="0">
              <a:solidFill>
                <a:sysClr val="windowText" lastClr="000000"/>
              </a:solidFill>
              <a:latin typeface="+mj-lt"/>
              <a:ea typeface="Inter"/>
              <a:sym typeface="Inter"/>
              <a:rtl val="0"/>
            </a:endParaRP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E587AC85-5E6A-45ED-A377-38920F4331BD}"/>
              </a:ext>
            </a:extLst>
          </p:cNvPr>
          <p:cNvSpPr txBox="1"/>
          <p:nvPr/>
        </p:nvSpPr>
        <p:spPr>
          <a:xfrm>
            <a:off x="2403426" y="4789449"/>
            <a:ext cx="16642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spc="0" baseline="0" dirty="0">
                <a:solidFill>
                  <a:sysClr val="windowText" lastClr="000000"/>
                </a:solidFill>
                <a:latin typeface="+mj-lt"/>
                <a:ea typeface="Inter"/>
                <a:sym typeface="Inter"/>
                <a:rtl val="0"/>
              </a:rPr>
              <a:t>Retener/fidelizar</a:t>
            </a:r>
            <a:endParaRPr lang="es-ES" sz="1400" spc="0" baseline="0" dirty="0">
              <a:solidFill>
                <a:sysClr val="windowText" lastClr="000000"/>
              </a:solidFill>
              <a:latin typeface="+mj-lt"/>
              <a:ea typeface="Inter"/>
              <a:sym typeface="Inter"/>
              <a:rtl val="0"/>
            </a:endParaRP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80828C99-ADD1-4DFA-8E98-3B7715345ECD}"/>
              </a:ext>
            </a:extLst>
          </p:cNvPr>
          <p:cNvSpPr txBox="1">
            <a:spLocks/>
          </p:cNvSpPr>
          <p:nvPr/>
        </p:nvSpPr>
        <p:spPr>
          <a:xfrm>
            <a:off x="6602697" y="1786118"/>
            <a:ext cx="4496165" cy="403326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Lorem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ipsum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dolor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sit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amet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,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consectetur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adipiscing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elit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. In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lobortis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a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lectus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vitae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aliquet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s-ES" sz="1200" b="1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Integer</a:t>
            </a:r>
            <a:r>
              <a:rPr lang="es-ES" sz="1200" b="1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b="1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placerat</a:t>
            </a:r>
            <a:r>
              <a:rPr lang="es-ES" sz="1200" b="1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sodales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ante, in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viverra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lacus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laoreet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ac. 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s-ES" sz="1200" b="1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Nam</a:t>
            </a:r>
            <a:r>
              <a:rPr lang="es-ES" sz="1200" b="1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ex justo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,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convallis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condimentum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sagittis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vel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,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mattis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eget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urna. 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s-ES" sz="1200" b="1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Quisque </a:t>
            </a:r>
            <a:r>
              <a:rPr lang="es-ES" sz="1200" b="1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sagittis</a:t>
            </a:r>
            <a:r>
              <a:rPr lang="es-ES" sz="1200" b="1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b="1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nulla</a:t>
            </a:r>
            <a:r>
              <a:rPr lang="es-ES" sz="1200" b="1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at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tellus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luctus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lobortis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.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Donec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posuere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leo vitae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diam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congue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,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eu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tincidunt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leo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dictum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s-ES" sz="1200" b="1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Etiam</a:t>
            </a:r>
            <a:r>
              <a:rPr lang="es-ES" sz="1200" b="1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b="1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erat</a:t>
            </a:r>
            <a:r>
              <a:rPr lang="es-ES" sz="1200" b="1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</a:t>
            </a:r>
            <a:r>
              <a:rPr lang="es-ES" sz="1200" b="1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velit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,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accumsan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et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molestie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vitae, </a:t>
            </a:r>
            <a:r>
              <a:rPr lang="es-ES" sz="1200" kern="1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pharetra</a:t>
            </a:r>
            <a:r>
              <a:rPr lang="es-ES" sz="1200" kern="1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  <a:ea typeface="Aptos"/>
                <a:cs typeface="Arial" panose="020B0604020202020204" pitchFamily="34" charset="0"/>
              </a:rPr>
              <a:t> et neque</a:t>
            </a:r>
            <a:endParaRPr lang="es-ES" sz="1050" kern="100" dirty="0">
              <a:solidFill>
                <a:schemeClr val="accent6">
                  <a:lumMod val="40000"/>
                  <a:lumOff val="60000"/>
                </a:schemeClr>
              </a:solidFill>
              <a:ea typeface="Aptos"/>
              <a:cs typeface="Arial" panose="020B0604020202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3A657DE-A7C9-42FD-8E21-CD998C41AC0E}"/>
              </a:ext>
            </a:extLst>
          </p:cNvPr>
          <p:cNvSpPr txBox="1"/>
          <p:nvPr/>
        </p:nvSpPr>
        <p:spPr>
          <a:xfrm>
            <a:off x="6602697" y="1266123"/>
            <a:ext cx="16302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spc="0" baseline="0" dirty="0">
                <a:latin typeface="+mj-lt"/>
                <a:ea typeface="Inter"/>
                <a:sym typeface="Inter"/>
                <a:rtl val="0"/>
              </a:rPr>
              <a:t>Encabezado</a:t>
            </a:r>
          </a:p>
        </p:txBody>
      </p:sp>
    </p:spTree>
    <p:extLst>
      <p:ext uri="{BB962C8B-B14F-4D97-AF65-F5344CB8AC3E}">
        <p14:creationId xmlns:p14="http://schemas.microsoft.com/office/powerpoint/2010/main" val="7067166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2289490E-E50D-4520-94D6-8622DE76998A}"/>
              </a:ext>
            </a:extLst>
          </p:cNvPr>
          <p:cNvSpPr txBox="1">
            <a:spLocks/>
          </p:cNvSpPr>
          <p:nvPr/>
        </p:nvSpPr>
        <p:spPr>
          <a:xfrm>
            <a:off x="2138106" y="343244"/>
            <a:ext cx="7814187" cy="1307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pc="-150"/>
              <a:t>Tablas</a:t>
            </a:r>
            <a:endParaRPr lang="es-ES" spc="-150">
              <a:solidFill>
                <a:schemeClr val="accent6"/>
              </a:solidFill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42C3BBCA-44DF-479F-9233-9E8E8EBB3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918708"/>
              </p:ext>
            </p:extLst>
          </p:nvPr>
        </p:nvGraphicFramePr>
        <p:xfrm>
          <a:off x="1416000" y="1978194"/>
          <a:ext cx="9360000" cy="365944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64483">
                  <a:extLst>
                    <a:ext uri="{9D8B030D-6E8A-4147-A177-3AD203B41FA5}">
                      <a16:colId xmlns:a16="http://schemas.microsoft.com/office/drawing/2014/main" val="4182889030"/>
                    </a:ext>
                  </a:extLst>
                </a:gridCol>
                <a:gridCol w="7295517">
                  <a:extLst>
                    <a:ext uri="{9D8B030D-6E8A-4147-A177-3AD203B41FA5}">
                      <a16:colId xmlns:a16="http://schemas.microsoft.com/office/drawing/2014/main" val="4276799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b="0" dirty="0"/>
                        <a:t>Coste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0" dirty="0"/>
                        <a:t>Concepto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86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</a:rPr>
                        <a:t>Mensualidad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0000 €/mes</a:t>
                      </a:r>
                      <a:endParaRPr lang="es-ES" sz="14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dirty="0"/>
                        <a:t>Incluye el uso completo de la plataforma M&amp;S y soporte continuo.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dirty="0"/>
                        <a:t>Accesos Incluidos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dirty="0"/>
                        <a:t>Accesos Adicionales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828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</a:rPr>
                        <a:t>Mensualidad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0000 €/mes</a:t>
                      </a:r>
                      <a:endParaRPr lang="es-ES" sz="14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ipsum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dolor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sit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consectetur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. Cras et neque pulvinar,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tristique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ante a,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malesuada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risus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. Mauris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justo</a:t>
                      </a:r>
                      <a:endParaRPr lang="es-ES" sz="1400" dirty="0">
                        <a:latin typeface="+mn-lt"/>
                        <a:cs typeface="Poppins" panose="00000500000000000000" pitchFamily="2" charset="0"/>
                      </a:endParaRPr>
                    </a:p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647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</a:rPr>
                        <a:t>Mensualidad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0000 €/mes</a:t>
                      </a:r>
                      <a:endParaRPr lang="es-ES" sz="14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ipsum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dolor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sit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consectetur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. Cras et neque pulvinar,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tristique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ante a,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malesuada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risus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. Mauris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justo</a:t>
                      </a:r>
                      <a:endParaRPr lang="es-ES" sz="1400" dirty="0">
                        <a:latin typeface="+mn-lt"/>
                        <a:cs typeface="Poppins" panose="00000500000000000000" pitchFamily="2" charset="0"/>
                      </a:endParaRPr>
                    </a:p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27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</a:rPr>
                        <a:t>Mensualidad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</a:rPr>
                        <a:t>0000 €/mes</a:t>
                      </a:r>
                      <a:endParaRPr lang="es-ES" sz="14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Lorem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ipsum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dolor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sit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amet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consectetur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adipiscing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elit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. Cras et neque pulvinar,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tristique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ante a,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malesuada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risus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. Mauris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quam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Poppins" panose="00000500000000000000" pitchFamily="2" charset="0"/>
                        </a:rPr>
                        <a:t> justo</a:t>
                      </a:r>
                      <a:endParaRPr lang="es-ES" sz="1400" dirty="0">
                        <a:latin typeface="+mn-lt"/>
                        <a:cs typeface="Poppins" panose="00000500000000000000" pitchFamily="2" charset="0"/>
                      </a:endParaRPr>
                    </a:p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241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6083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EE3E7B6-A086-40DB-AF6B-DFF47D59BBB6}"/>
              </a:ext>
            </a:extLst>
          </p:cNvPr>
          <p:cNvSpPr txBox="1">
            <a:spLocks/>
          </p:cNvSpPr>
          <p:nvPr/>
        </p:nvSpPr>
        <p:spPr>
          <a:xfrm>
            <a:off x="2138106" y="343244"/>
            <a:ext cx="7814187" cy="1307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pc="-150"/>
              <a:t>Tablas</a:t>
            </a:r>
            <a:endParaRPr lang="es-ES" spc="-150">
              <a:solidFill>
                <a:schemeClr val="accent6"/>
              </a:solidFill>
            </a:endParaRPr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C6B62C8B-567D-41A7-9BB5-B768A788E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941404"/>
              </p:ext>
            </p:extLst>
          </p:nvPr>
        </p:nvGraphicFramePr>
        <p:xfrm>
          <a:off x="1416000" y="1978194"/>
          <a:ext cx="9360000" cy="3540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59587">
                  <a:extLst>
                    <a:ext uri="{9D8B030D-6E8A-4147-A177-3AD203B41FA5}">
                      <a16:colId xmlns:a16="http://schemas.microsoft.com/office/drawing/2014/main" val="2161998390"/>
                    </a:ext>
                  </a:extLst>
                </a:gridCol>
                <a:gridCol w="1400413">
                  <a:extLst>
                    <a:ext uri="{9D8B030D-6E8A-4147-A177-3AD203B41FA5}">
                      <a16:colId xmlns:a16="http://schemas.microsoft.com/office/drawing/2014/main" val="616491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b="0" dirty="0"/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0" dirty="0"/>
                        <a:t>Coste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88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s-E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Producto</a:t>
                      </a:r>
                      <a:endParaRPr lang="es-E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3200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Cras et neque pulvinar,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tristique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ante a,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malesuada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risus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43200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incidunt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tempus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vehicula sed,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mattis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dictum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odio. </a:t>
                      </a:r>
                    </a:p>
                    <a:p>
                      <a:pPr marL="43200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faucibus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pharetra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lacus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dictum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arcu</a:t>
                      </a:r>
                      <a:endParaRPr lang="es-E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3200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laoreet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leo quis porta.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Maecenas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odio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arcu</a:t>
                      </a:r>
                      <a:endParaRPr lang="es-E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0" dirty="0">
                          <a:solidFill>
                            <a:schemeClr val="tx1"/>
                          </a:solidFill>
                        </a:rPr>
                        <a:t>000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0" dirty="0">
                          <a:solidFill>
                            <a:schemeClr val="tx1"/>
                          </a:solidFill>
                        </a:rPr>
                        <a:t>000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0" dirty="0">
                          <a:solidFill>
                            <a:schemeClr val="tx1"/>
                          </a:solidFill>
                        </a:rPr>
                        <a:t>000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0" dirty="0">
                          <a:solidFill>
                            <a:schemeClr val="tx1"/>
                          </a:solidFill>
                        </a:rPr>
                        <a:t>000</a:t>
                      </a:r>
                    </a:p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572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s-E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Producto</a:t>
                      </a:r>
                      <a:endParaRPr lang="es-E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3200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Cras et neque pulvinar,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tristique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ante a,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malesuada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risus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43200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incidunt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tempus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vehicula sed,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mattis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dictum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odio. </a:t>
                      </a:r>
                    </a:p>
                    <a:p>
                      <a:pPr marL="43200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et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faucibus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pharetra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lacus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dictum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arcu</a:t>
                      </a:r>
                      <a:endParaRPr lang="es-E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32000" indent="-2857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laoreet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eu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leo quis porta.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Maecenas</a:t>
                      </a:r>
                      <a:r>
                        <a:rPr lang="es-E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odio </a:t>
                      </a:r>
                      <a:r>
                        <a:rPr lang="es-E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arcu</a:t>
                      </a:r>
                      <a:endParaRPr lang="es-E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es-ES" sz="1400" b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0" dirty="0">
                          <a:solidFill>
                            <a:schemeClr val="tx1"/>
                          </a:solidFill>
                        </a:rPr>
                        <a:t>000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0" dirty="0">
                          <a:solidFill>
                            <a:schemeClr val="tx1"/>
                          </a:solidFill>
                        </a:rPr>
                        <a:t>000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0" dirty="0">
                          <a:solidFill>
                            <a:schemeClr val="tx1"/>
                          </a:solidFill>
                        </a:rPr>
                        <a:t>000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s-ES" sz="1400" b="0" dirty="0">
                          <a:solidFill>
                            <a:schemeClr val="tx1"/>
                          </a:solidFill>
                        </a:rPr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958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1837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A1C557A5-C391-4F82-A7B1-D98CBF7B35B1}"/>
              </a:ext>
            </a:extLst>
          </p:cNvPr>
          <p:cNvSpPr txBox="1">
            <a:spLocks/>
          </p:cNvSpPr>
          <p:nvPr/>
        </p:nvSpPr>
        <p:spPr>
          <a:xfrm>
            <a:off x="2138106" y="343244"/>
            <a:ext cx="7814187" cy="1307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pc="-150" dirty="0"/>
              <a:t>Tablas</a:t>
            </a:r>
            <a:endParaRPr lang="es-ES" spc="-150" dirty="0">
              <a:solidFill>
                <a:schemeClr val="accent6"/>
              </a:solidFill>
            </a:endParaRP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B9297BC4-9098-4B18-B413-7BC00728A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800104"/>
              </p:ext>
            </p:extLst>
          </p:nvPr>
        </p:nvGraphicFramePr>
        <p:xfrm>
          <a:off x="1416000" y="1994178"/>
          <a:ext cx="9360000" cy="37624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797593989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770823746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903826077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3182165186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3708990652"/>
                    </a:ext>
                  </a:extLst>
                </a:gridCol>
              </a:tblGrid>
              <a:tr h="418053">
                <a:tc>
                  <a:txBody>
                    <a:bodyPr/>
                    <a:lstStyle/>
                    <a:p>
                      <a:r>
                        <a:rPr lang="es-ES" sz="1600" b="0" dirty="0"/>
                        <a:t>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0" dirty="0"/>
                        <a:t>Datos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0" dirty="0"/>
                        <a:t>Datos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0" dirty="0"/>
                        <a:t>Datos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0" dirty="0"/>
                        <a:t>Datos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942397"/>
                  </a:ext>
                </a:extLst>
              </a:tr>
              <a:tr h="418053">
                <a:tc>
                  <a:txBody>
                    <a:bodyPr/>
                    <a:lstStyle/>
                    <a:p>
                      <a:r>
                        <a:rPr lang="es-E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Datos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253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541,522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1259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044653"/>
                  </a:ext>
                </a:extLst>
              </a:tr>
              <a:tr h="418053">
                <a:tc>
                  <a:txBody>
                    <a:bodyPr/>
                    <a:lstStyle/>
                    <a:p>
                      <a:r>
                        <a:rPr lang="es-E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Datos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253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541,522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1259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083769"/>
                  </a:ext>
                </a:extLst>
              </a:tr>
              <a:tr h="418053"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Datos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253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541,522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1259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42087"/>
                  </a:ext>
                </a:extLst>
              </a:tr>
              <a:tr h="418053"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Datos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253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541,522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s-ES" sz="1400" b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b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1259</a:t>
                      </a:r>
                      <a:endParaRPr lang="es-ES" sz="1400" b="0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5715192"/>
                  </a:ext>
                </a:extLst>
              </a:tr>
              <a:tr h="418053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384929"/>
                  </a:ext>
                </a:extLst>
              </a:tr>
              <a:tr h="418053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397602"/>
                  </a:ext>
                </a:extLst>
              </a:tr>
              <a:tr h="418053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566120"/>
                  </a:ext>
                </a:extLst>
              </a:tr>
              <a:tr h="418053"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4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48322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B179CBA0-55A2-45E1-BFA4-35B6F0652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994005"/>
              </p:ext>
            </p:extLst>
          </p:nvPr>
        </p:nvGraphicFramePr>
        <p:xfrm>
          <a:off x="1416000" y="1994178"/>
          <a:ext cx="9360000" cy="398998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47742">
                  <a:extLst>
                    <a:ext uri="{9D8B030D-6E8A-4147-A177-3AD203B41FA5}">
                      <a16:colId xmlns:a16="http://schemas.microsoft.com/office/drawing/2014/main" val="505005914"/>
                    </a:ext>
                  </a:extLst>
                </a:gridCol>
                <a:gridCol w="5812258">
                  <a:extLst>
                    <a:ext uri="{9D8B030D-6E8A-4147-A177-3AD203B41FA5}">
                      <a16:colId xmlns:a16="http://schemas.microsoft.com/office/drawing/2014/main" val="3221847765"/>
                    </a:ext>
                  </a:extLst>
                </a:gridCol>
              </a:tblGrid>
              <a:tr h="664998">
                <a:tc>
                  <a:txBody>
                    <a:bodyPr/>
                    <a:lstStyle/>
                    <a:p>
                      <a:pPr marL="180000"/>
                      <a:r>
                        <a:rPr lang="es-ES" sz="1400" b="0" kern="0" dirty="0">
                          <a:solidFill>
                            <a:schemeClr val="bg2"/>
                          </a:solidFill>
                          <a:effectLst/>
                        </a:rPr>
                        <a:t>Elemento</a:t>
                      </a:r>
                      <a:endParaRPr lang="es-ES" sz="1400" b="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80000"/>
                      <a:r>
                        <a:rPr lang="es-ES" sz="1400" b="0" kern="0" dirty="0">
                          <a:solidFill>
                            <a:schemeClr val="bg2"/>
                          </a:solidFill>
                          <a:effectLst/>
                        </a:rPr>
                        <a:t>Beneficio</a:t>
                      </a:r>
                      <a:endParaRPr lang="es-ES" sz="1400" b="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1489149"/>
                  </a:ext>
                </a:extLst>
              </a:tr>
              <a:tr h="664998">
                <a:tc>
                  <a:txBody>
                    <a:bodyPr/>
                    <a:lstStyle/>
                    <a:p>
                      <a:pPr marL="180000"/>
                      <a:r>
                        <a:rPr lang="es-ES" sz="1400" b="0" kern="0" dirty="0">
                          <a:effectLst/>
                        </a:rPr>
                        <a:t>Elemento</a:t>
                      </a:r>
                      <a:endParaRPr lang="es-ES" sz="1400" b="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0" kern="0" dirty="0" err="1">
                          <a:effectLst/>
                        </a:rPr>
                        <a:t>Lorem</a:t>
                      </a:r>
                      <a:r>
                        <a:rPr lang="es-ES" sz="1400" b="0" kern="0" dirty="0">
                          <a:effectLst/>
                        </a:rPr>
                        <a:t> </a:t>
                      </a:r>
                      <a:r>
                        <a:rPr lang="es-ES" sz="1400" b="0" kern="0" dirty="0" err="1">
                          <a:effectLst/>
                        </a:rPr>
                        <a:t>ipsum</a:t>
                      </a:r>
                      <a:r>
                        <a:rPr lang="es-ES" sz="1400" b="0" kern="0" dirty="0">
                          <a:effectLst/>
                        </a:rPr>
                        <a:t> dolor </a:t>
                      </a:r>
                      <a:r>
                        <a:rPr lang="es-ES" sz="1400" b="0" kern="0" dirty="0" err="1">
                          <a:effectLst/>
                        </a:rPr>
                        <a:t>sit</a:t>
                      </a:r>
                      <a:r>
                        <a:rPr lang="es-ES" sz="1400" b="0" kern="0" dirty="0">
                          <a:effectLst/>
                        </a:rPr>
                        <a:t> </a:t>
                      </a:r>
                      <a:r>
                        <a:rPr lang="es-ES" sz="1400" b="0" kern="0" dirty="0" err="1">
                          <a:effectLst/>
                        </a:rPr>
                        <a:t>amet</a:t>
                      </a:r>
                      <a:r>
                        <a:rPr lang="es-ES" sz="1400" b="0" kern="0" dirty="0">
                          <a:effectLst/>
                        </a:rPr>
                        <a:t>, </a:t>
                      </a:r>
                      <a:r>
                        <a:rPr lang="es-ES" sz="1400" b="0" kern="0" dirty="0" err="1">
                          <a:effectLst/>
                        </a:rPr>
                        <a:t>consectetur</a:t>
                      </a:r>
                      <a:r>
                        <a:rPr lang="es-ES" sz="1400" b="0" kern="0" dirty="0">
                          <a:effectLst/>
                        </a:rPr>
                        <a:t> </a:t>
                      </a:r>
                      <a:r>
                        <a:rPr lang="es-ES" sz="1400" b="0" kern="0" dirty="0" err="1">
                          <a:effectLst/>
                        </a:rPr>
                        <a:t>adipiscing</a:t>
                      </a:r>
                      <a:r>
                        <a:rPr lang="es-ES" sz="1400" b="0" kern="0" dirty="0">
                          <a:effectLst/>
                        </a:rPr>
                        <a:t> </a:t>
                      </a:r>
                      <a:r>
                        <a:rPr lang="es-ES" sz="1400" b="0" kern="0" dirty="0" err="1">
                          <a:effectLst/>
                        </a:rPr>
                        <a:t>elit</a:t>
                      </a:r>
                      <a:r>
                        <a:rPr lang="es-ES" sz="1400" b="0" kern="0" dirty="0">
                          <a:effectLst/>
                        </a:rPr>
                        <a:t>. </a:t>
                      </a:r>
                      <a:endParaRPr lang="es-ES" sz="14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68506"/>
                  </a:ext>
                </a:extLst>
              </a:tr>
              <a:tr h="664998">
                <a:tc>
                  <a:txBody>
                    <a:bodyPr/>
                    <a:lstStyle/>
                    <a:p>
                      <a:pPr marL="180000"/>
                      <a:endParaRPr lang="es-ES" sz="1400" b="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/>
                      <a:endParaRPr lang="es-ES" sz="1400" b="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375969"/>
                  </a:ext>
                </a:extLst>
              </a:tr>
              <a:tr h="664998">
                <a:tc>
                  <a:txBody>
                    <a:bodyPr/>
                    <a:lstStyle/>
                    <a:p>
                      <a:pPr marL="180000"/>
                      <a:endParaRPr lang="es-ES" sz="1400" b="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/>
                      <a:endParaRPr lang="es-ES" sz="1400" b="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204388"/>
                  </a:ext>
                </a:extLst>
              </a:tr>
              <a:tr h="664998">
                <a:tc>
                  <a:txBody>
                    <a:bodyPr/>
                    <a:lstStyle/>
                    <a:p>
                      <a:pPr marL="180000"/>
                      <a:endParaRPr lang="es-ES" sz="1400" b="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/>
                      <a:endParaRPr lang="es-ES" sz="1400" b="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35379"/>
                  </a:ext>
                </a:extLst>
              </a:tr>
              <a:tr h="664998">
                <a:tc>
                  <a:txBody>
                    <a:bodyPr/>
                    <a:lstStyle/>
                    <a:p>
                      <a:pPr marL="180000"/>
                      <a:endParaRPr lang="es-ES" sz="1400" b="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/>
                      <a:endParaRPr lang="es-ES" sz="1400" b="0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725564"/>
                  </a:ext>
                </a:extLst>
              </a:tr>
            </a:tbl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67EA5CB2-09A0-435F-9806-EC03C5397019}"/>
              </a:ext>
            </a:extLst>
          </p:cNvPr>
          <p:cNvSpPr txBox="1">
            <a:spLocks/>
          </p:cNvSpPr>
          <p:nvPr/>
        </p:nvSpPr>
        <p:spPr>
          <a:xfrm>
            <a:off x="2138106" y="343244"/>
            <a:ext cx="7814187" cy="1307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s-ES" spc="-150" dirty="0"/>
              <a:t>Tablas</a:t>
            </a:r>
            <a:endParaRPr lang="es-ES" spc="-15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128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745D1C36-5B45-49EA-812B-148DE3AB8D3C}"/>
              </a:ext>
            </a:extLst>
          </p:cNvPr>
          <p:cNvSpPr txBox="1">
            <a:spLocks/>
          </p:cNvSpPr>
          <p:nvPr/>
        </p:nvSpPr>
        <p:spPr>
          <a:xfrm>
            <a:off x="838200" y="2037593"/>
            <a:ext cx="4861560" cy="33596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sz="1200" b="0" i="0">
                <a:solidFill>
                  <a:schemeClr val="accent6">
                    <a:lumMod val="50000"/>
                  </a:schemeClr>
                </a:solidFill>
                <a:effectLst/>
                <a:cs typeface="Poppins" panose="00000500000000000000" pitchFamily="2" charset="0"/>
              </a:rPr>
              <a:t>Para editar la imagen de manera correcta: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Seleccionar el círculo &gt; ir a </a:t>
            </a:r>
            <a:r>
              <a:rPr lang="es-ES" sz="1200" b="1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formato de forma </a:t>
            </a: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en la parte superior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Dar a </a:t>
            </a:r>
            <a:r>
              <a:rPr lang="es-ES" sz="1200" b="1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relleno de forma </a:t>
            </a: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&gt; </a:t>
            </a:r>
            <a:r>
              <a:rPr lang="es-ES" sz="1200" b="1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imagen</a:t>
            </a: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 &gt; desde un archivo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sz="1200">
              <a:solidFill>
                <a:schemeClr val="accent6">
                  <a:lumMod val="50000"/>
                </a:schemeClr>
              </a:solidFill>
              <a:cs typeface="Poppins" panose="00000500000000000000" pitchFamily="2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Cuando se añada la imagen, es muy probable que esta se deforme para encajarse en el círculo.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ES" sz="1200">
              <a:solidFill>
                <a:schemeClr val="accent6">
                  <a:lumMod val="50000"/>
                </a:schemeClr>
              </a:solidFill>
              <a:cs typeface="Poppins" panose="00000500000000000000" pitchFamily="2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Para poner corregir las proporciones hay que: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Seleccionar de nuevo el circulo &gt; dirigirse a </a:t>
            </a:r>
            <a:r>
              <a:rPr lang="es-ES" sz="1200" b="1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formato de imagen</a:t>
            </a: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 en la parte superior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 En la herramienta de </a:t>
            </a:r>
            <a:r>
              <a:rPr lang="es-ES" sz="1200" b="1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cortar</a:t>
            </a: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, desplegar la flecha y seleccionar </a:t>
            </a:r>
            <a:r>
              <a:rPr lang="es-ES" sz="1200" b="1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rellenar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s-ES" sz="1200">
                <a:solidFill>
                  <a:schemeClr val="accent6">
                    <a:lumMod val="50000"/>
                  </a:schemeClr>
                </a:solidFill>
                <a:cs typeface="Poppins" panose="00000500000000000000" pitchFamily="2" charset="0"/>
              </a:rPr>
              <a:t>Ajustar la imagen de manera que quede centrada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9346B775-E960-4C3D-8837-E1CA3B3EB492}"/>
              </a:ext>
            </a:extLst>
          </p:cNvPr>
          <p:cNvSpPr txBox="1">
            <a:spLocks/>
          </p:cNvSpPr>
          <p:nvPr/>
        </p:nvSpPr>
        <p:spPr>
          <a:xfrm>
            <a:off x="838200" y="596512"/>
            <a:ext cx="5152053" cy="1306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s-ES" sz="6000" spc="-150"/>
              <a:t>Organigrama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34EFA6D2-8815-4A0D-BB37-3EEE421E18B8}"/>
              </a:ext>
            </a:extLst>
          </p:cNvPr>
          <p:cNvSpPr/>
          <p:nvPr/>
        </p:nvSpPr>
        <p:spPr>
          <a:xfrm>
            <a:off x="8738336" y="1413589"/>
            <a:ext cx="905070" cy="90507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D15B26F-F198-4045-A9CC-930D08F06363}"/>
              </a:ext>
            </a:extLst>
          </p:cNvPr>
          <p:cNvSpPr/>
          <p:nvPr/>
        </p:nvSpPr>
        <p:spPr>
          <a:xfrm>
            <a:off x="7550119" y="3630061"/>
            <a:ext cx="905070" cy="90507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2BEAEC6A-E870-4A3B-83BB-262468D1B2B0}"/>
              </a:ext>
            </a:extLst>
          </p:cNvPr>
          <p:cNvCxnSpPr>
            <a:cxnSpLocks/>
            <a:stCxn id="25" idx="2"/>
            <a:endCxn id="10" idx="0"/>
          </p:cNvCxnSpPr>
          <p:nvPr/>
        </p:nvCxnSpPr>
        <p:spPr>
          <a:xfrm rot="5400000">
            <a:off x="8259403" y="2698589"/>
            <a:ext cx="674724" cy="1188221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648DA55-1855-4FD6-9372-224452925FF5}"/>
              </a:ext>
            </a:extLst>
          </p:cNvPr>
          <p:cNvSpPr txBox="1"/>
          <p:nvPr/>
        </p:nvSpPr>
        <p:spPr>
          <a:xfrm>
            <a:off x="7237445" y="4657568"/>
            <a:ext cx="153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latin typeface="+mj-lt"/>
              </a:rPr>
              <a:t>Nombre Apellido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F4E68CA-16CD-467B-B738-9140A6B9D968}"/>
              </a:ext>
            </a:extLst>
          </p:cNvPr>
          <p:cNvSpPr txBox="1"/>
          <p:nvPr/>
        </p:nvSpPr>
        <p:spPr>
          <a:xfrm>
            <a:off x="7697891" y="4911916"/>
            <a:ext cx="609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0" i="0">
                <a:solidFill>
                  <a:srgbClr val="525252"/>
                </a:solidFill>
                <a:effectLst/>
                <a:latin typeface="+mj-lt"/>
              </a:rPr>
              <a:t>Cargo</a:t>
            </a:r>
            <a:endParaRPr lang="es-ES" sz="12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B79F2F4-4E6F-4287-A1B6-6AB7497E6F85}"/>
              </a:ext>
            </a:extLst>
          </p:cNvPr>
          <p:cNvSpPr/>
          <p:nvPr/>
        </p:nvSpPr>
        <p:spPr>
          <a:xfrm>
            <a:off x="9921673" y="3639841"/>
            <a:ext cx="905070" cy="90507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1059B3A-76E5-4E37-B84C-121CFC3F9B62}"/>
              </a:ext>
            </a:extLst>
          </p:cNvPr>
          <p:cNvSpPr txBox="1"/>
          <p:nvPr/>
        </p:nvSpPr>
        <p:spPr>
          <a:xfrm>
            <a:off x="9608999" y="4667348"/>
            <a:ext cx="153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latin typeface="+mj-lt"/>
              </a:rPr>
              <a:t>Nombre Apellido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17DE5BE-C0F6-4DD8-8453-FF892469AD7D}"/>
              </a:ext>
            </a:extLst>
          </p:cNvPr>
          <p:cNvSpPr txBox="1"/>
          <p:nvPr/>
        </p:nvSpPr>
        <p:spPr>
          <a:xfrm>
            <a:off x="10069445" y="4921696"/>
            <a:ext cx="609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0" i="0">
                <a:solidFill>
                  <a:srgbClr val="525252"/>
                </a:solidFill>
                <a:effectLst/>
                <a:latin typeface="+mj-lt"/>
              </a:rPr>
              <a:t>Cargo</a:t>
            </a:r>
            <a:endParaRPr lang="es-ES" sz="120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CD3D3DEF-1B76-447C-A95C-D1738E060459}"/>
              </a:ext>
            </a:extLst>
          </p:cNvPr>
          <p:cNvCxnSpPr>
            <a:cxnSpLocks/>
            <a:stCxn id="25" idx="2"/>
            <a:endCxn id="20" idx="0"/>
          </p:cNvCxnSpPr>
          <p:nvPr/>
        </p:nvCxnSpPr>
        <p:spPr>
          <a:xfrm rot="16200000" flipH="1">
            <a:off x="9440289" y="2705922"/>
            <a:ext cx="684504" cy="1183333"/>
          </a:xfrm>
          <a:prstGeom prst="bentConnector3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D6E332C-C25E-4358-9665-2530B73C1DFC}"/>
              </a:ext>
            </a:extLst>
          </p:cNvPr>
          <p:cNvSpPr txBox="1"/>
          <p:nvPr/>
        </p:nvSpPr>
        <p:spPr>
          <a:xfrm>
            <a:off x="8425665" y="2423990"/>
            <a:ext cx="153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latin typeface="+mj-lt"/>
              </a:rPr>
              <a:t>Nombre Apellido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E1A1721-98DC-4387-BA57-055D5E03FB00}"/>
              </a:ext>
            </a:extLst>
          </p:cNvPr>
          <p:cNvSpPr txBox="1"/>
          <p:nvPr/>
        </p:nvSpPr>
        <p:spPr>
          <a:xfrm>
            <a:off x="8886112" y="2678338"/>
            <a:ext cx="609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0" i="0">
                <a:solidFill>
                  <a:srgbClr val="525252"/>
                </a:solidFill>
                <a:effectLst/>
                <a:latin typeface="+mj-lt"/>
              </a:rPr>
              <a:t>Cargo</a:t>
            </a:r>
            <a:endParaRPr lang="es-ES" sz="120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390403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1CD00D5E-EA5C-421C-987D-B7E051DB4754}"/>
              </a:ext>
            </a:extLst>
          </p:cNvPr>
          <p:cNvSpPr/>
          <p:nvPr/>
        </p:nvSpPr>
        <p:spPr>
          <a:xfrm>
            <a:off x="5784980" y="457199"/>
            <a:ext cx="905070" cy="90507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842" t="-1890" r="-44158" b="1890"/>
            </a:stretch>
          </a:blip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6B80BA4E-2673-43A7-8848-2CDCB7F3990C}"/>
              </a:ext>
            </a:extLst>
          </p:cNvPr>
          <p:cNvSpPr/>
          <p:nvPr/>
        </p:nvSpPr>
        <p:spPr>
          <a:xfrm>
            <a:off x="2550469" y="2673671"/>
            <a:ext cx="905070" cy="90507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: angular 4">
            <a:extLst>
              <a:ext uri="{FF2B5EF4-FFF2-40B4-BE49-F238E27FC236}">
                <a16:creationId xmlns:a16="http://schemas.microsoft.com/office/drawing/2014/main" id="{1F9C4A51-6BDA-4FB7-90F1-04AB69AC864B}"/>
              </a:ext>
            </a:extLst>
          </p:cNvPr>
          <p:cNvCxnSpPr>
            <a:cxnSpLocks/>
            <a:stCxn id="8" idx="2"/>
            <a:endCxn id="3" idx="0"/>
          </p:cNvCxnSpPr>
          <p:nvPr/>
        </p:nvCxnSpPr>
        <p:spPr>
          <a:xfrm rot="5400000">
            <a:off x="4282900" y="719052"/>
            <a:ext cx="674724" cy="3234515"/>
          </a:xfrm>
          <a:prstGeom prst="bentConnector3">
            <a:avLst>
              <a:gd name="adj1" fmla="val 50000"/>
            </a:avLst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6DEE5A8B-BD2E-4589-A5B0-3633D8872D87}"/>
              </a:ext>
            </a:extLst>
          </p:cNvPr>
          <p:cNvSpPr txBox="1"/>
          <p:nvPr/>
        </p:nvSpPr>
        <p:spPr>
          <a:xfrm>
            <a:off x="2237795" y="3701178"/>
            <a:ext cx="153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>
                <a:latin typeface="+mj-lt"/>
              </a:rPr>
              <a:t>Nombre Apellido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256AEB4-E7F2-465B-8346-BD3DEDAC82E0}"/>
              </a:ext>
            </a:extLst>
          </p:cNvPr>
          <p:cNvSpPr txBox="1"/>
          <p:nvPr/>
        </p:nvSpPr>
        <p:spPr>
          <a:xfrm>
            <a:off x="2698241" y="3955526"/>
            <a:ext cx="609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0" i="0" dirty="0">
                <a:solidFill>
                  <a:srgbClr val="525252"/>
                </a:solidFill>
                <a:effectLst/>
                <a:latin typeface="+mj-lt"/>
              </a:rPr>
              <a:t>Cargo</a:t>
            </a:r>
            <a:endParaRPr lang="es-ES" sz="12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7C095740-CDB9-469D-9754-81D237050C18}"/>
              </a:ext>
            </a:extLst>
          </p:cNvPr>
          <p:cNvSpPr/>
          <p:nvPr/>
        </p:nvSpPr>
        <p:spPr>
          <a:xfrm>
            <a:off x="5784981" y="2683451"/>
            <a:ext cx="905070" cy="90507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09EE144-95FB-4E12-B97A-7D6E1A0DBB5F}"/>
              </a:ext>
            </a:extLst>
          </p:cNvPr>
          <p:cNvSpPr txBox="1"/>
          <p:nvPr/>
        </p:nvSpPr>
        <p:spPr>
          <a:xfrm>
            <a:off x="5472307" y="3710958"/>
            <a:ext cx="153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latin typeface="+mj-lt"/>
              </a:rPr>
              <a:t>Nombre Apellido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11C9EBA-CF79-4A25-A025-DB209534763B}"/>
              </a:ext>
            </a:extLst>
          </p:cNvPr>
          <p:cNvSpPr txBox="1"/>
          <p:nvPr/>
        </p:nvSpPr>
        <p:spPr>
          <a:xfrm>
            <a:off x="5932753" y="3965306"/>
            <a:ext cx="609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0" i="0" dirty="0">
                <a:solidFill>
                  <a:srgbClr val="525252"/>
                </a:solidFill>
                <a:effectLst/>
                <a:latin typeface="+mj-lt"/>
              </a:rPr>
              <a:t>Cargo</a:t>
            </a:r>
            <a:endParaRPr lang="es-ES" sz="1200" dirty="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D5C98553-BA1F-4100-B69C-CC809EC89569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rot="5400000">
            <a:off x="5895266" y="2341198"/>
            <a:ext cx="684504" cy="3"/>
          </a:xfrm>
          <a:prstGeom prst="bentConnector3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DE5036BF-F728-4F7A-A05D-8D8CB2FB162B}"/>
              </a:ext>
            </a:extLst>
          </p:cNvPr>
          <p:cNvSpPr/>
          <p:nvPr/>
        </p:nvSpPr>
        <p:spPr>
          <a:xfrm>
            <a:off x="9019491" y="2683451"/>
            <a:ext cx="905070" cy="90507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0FCEC6E-D958-453E-9F52-63E422D2AF57}"/>
              </a:ext>
            </a:extLst>
          </p:cNvPr>
          <p:cNvSpPr txBox="1"/>
          <p:nvPr/>
        </p:nvSpPr>
        <p:spPr>
          <a:xfrm>
            <a:off x="8706817" y="3710958"/>
            <a:ext cx="153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latin typeface="+mj-lt"/>
              </a:rPr>
              <a:t>Nombre Apellido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1FCDA19-E0C8-4043-9902-7DF7AED96180}"/>
              </a:ext>
            </a:extLst>
          </p:cNvPr>
          <p:cNvSpPr txBox="1"/>
          <p:nvPr/>
        </p:nvSpPr>
        <p:spPr>
          <a:xfrm>
            <a:off x="9167263" y="3965306"/>
            <a:ext cx="609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0" i="0">
                <a:solidFill>
                  <a:srgbClr val="525252"/>
                </a:solidFill>
                <a:effectLst/>
                <a:latin typeface="+mj-lt"/>
              </a:rPr>
              <a:t>Cargo</a:t>
            </a:r>
            <a:endParaRPr lang="es-ES" sz="120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B451B42F-DA73-4588-8DA4-DA74316C1E29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 rot="16200000" flipH="1">
            <a:off x="7512520" y="723945"/>
            <a:ext cx="684504" cy="3234507"/>
          </a:xfrm>
          <a:prstGeom prst="bentConnector3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9968C87-465F-461C-AEED-B81323038A08}"/>
              </a:ext>
            </a:extLst>
          </p:cNvPr>
          <p:cNvSpPr txBox="1"/>
          <p:nvPr/>
        </p:nvSpPr>
        <p:spPr>
          <a:xfrm>
            <a:off x="5472309" y="1467600"/>
            <a:ext cx="153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latin typeface="+mj-lt"/>
              </a:rPr>
              <a:t>Nombre Apellido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6F1CEA-C4A9-4138-A156-D56136F248EB}"/>
              </a:ext>
            </a:extLst>
          </p:cNvPr>
          <p:cNvSpPr txBox="1"/>
          <p:nvPr/>
        </p:nvSpPr>
        <p:spPr>
          <a:xfrm>
            <a:off x="5932756" y="1721948"/>
            <a:ext cx="609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0" i="0">
                <a:solidFill>
                  <a:srgbClr val="525252"/>
                </a:solidFill>
                <a:effectLst/>
                <a:latin typeface="+mj-lt"/>
              </a:rPr>
              <a:t>Cargo</a:t>
            </a:r>
            <a:endParaRPr lang="es-ES" sz="12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89BFA60-7E3E-42EE-B046-84C1736938A3}"/>
              </a:ext>
            </a:extLst>
          </p:cNvPr>
          <p:cNvSpPr/>
          <p:nvPr/>
        </p:nvSpPr>
        <p:spPr>
          <a:xfrm>
            <a:off x="4385349" y="4739296"/>
            <a:ext cx="905070" cy="90507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948FE3F-D18B-4AD6-8BDF-3E6F5F046B45}"/>
              </a:ext>
            </a:extLst>
          </p:cNvPr>
          <p:cNvSpPr txBox="1"/>
          <p:nvPr/>
        </p:nvSpPr>
        <p:spPr>
          <a:xfrm>
            <a:off x="4072675" y="5766803"/>
            <a:ext cx="153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latin typeface="+mj-lt"/>
              </a:rPr>
              <a:t>Nombre Apellido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D6E3C56-C9C1-43B6-BE69-D0528CC8533B}"/>
              </a:ext>
            </a:extLst>
          </p:cNvPr>
          <p:cNvSpPr txBox="1"/>
          <p:nvPr/>
        </p:nvSpPr>
        <p:spPr>
          <a:xfrm>
            <a:off x="4533121" y="6021151"/>
            <a:ext cx="609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0" i="0">
                <a:solidFill>
                  <a:srgbClr val="525252"/>
                </a:solidFill>
                <a:effectLst/>
                <a:latin typeface="+mj-lt"/>
              </a:rPr>
              <a:t>Cargo</a:t>
            </a:r>
            <a:endParaRPr lang="es-ES" sz="12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D5FFCAB-0985-4CA0-8267-06CF3ADF8D77}"/>
              </a:ext>
            </a:extLst>
          </p:cNvPr>
          <p:cNvSpPr/>
          <p:nvPr/>
        </p:nvSpPr>
        <p:spPr>
          <a:xfrm>
            <a:off x="7206344" y="4739296"/>
            <a:ext cx="905070" cy="905070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FA0291E-B6AB-4486-A3DF-183FBCA8ED54}"/>
              </a:ext>
            </a:extLst>
          </p:cNvPr>
          <p:cNvSpPr txBox="1"/>
          <p:nvPr/>
        </p:nvSpPr>
        <p:spPr>
          <a:xfrm>
            <a:off x="6893670" y="5766803"/>
            <a:ext cx="1530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>
                <a:latin typeface="+mj-lt"/>
              </a:rPr>
              <a:t>Nombre Apellido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8267429-06BB-4017-B811-818A61B41239}"/>
              </a:ext>
            </a:extLst>
          </p:cNvPr>
          <p:cNvSpPr txBox="1"/>
          <p:nvPr/>
        </p:nvSpPr>
        <p:spPr>
          <a:xfrm>
            <a:off x="7354116" y="6021151"/>
            <a:ext cx="609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0" i="0">
                <a:solidFill>
                  <a:srgbClr val="525252"/>
                </a:solidFill>
                <a:effectLst/>
                <a:latin typeface="+mj-lt"/>
              </a:rPr>
              <a:t>Cargo</a:t>
            </a:r>
            <a:endParaRPr lang="es-ES" sz="1200">
              <a:solidFill>
                <a:schemeClr val="accent6"/>
              </a:solidFill>
              <a:latin typeface="+mj-lt"/>
            </a:endParaRPr>
          </a:p>
        </p:txBody>
      </p: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152A3785-4AE6-4559-8F49-7DFFF449FF5C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rot="5400000">
            <a:off x="5289205" y="3790984"/>
            <a:ext cx="496991" cy="1399632"/>
          </a:xfrm>
          <a:prstGeom prst="bentConnector3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9BFF0144-84C5-40C8-A962-AB93BF222831}"/>
              </a:ext>
            </a:extLst>
          </p:cNvPr>
          <p:cNvCxnSpPr>
            <a:stCxn id="15" idx="2"/>
            <a:endCxn id="22" idx="0"/>
          </p:cNvCxnSpPr>
          <p:nvPr/>
        </p:nvCxnSpPr>
        <p:spPr>
          <a:xfrm rot="16200000" flipH="1">
            <a:off x="6699702" y="3780118"/>
            <a:ext cx="496991" cy="1421363"/>
          </a:xfrm>
          <a:prstGeom prst="bentConnector3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2117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8E34B-B850-4DDB-B40F-7F81E301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06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820BB1-D081-47C6-B223-7235993C1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6000" spc="-150">
                <a:solidFill>
                  <a:schemeClr val="bg1"/>
                </a:solidFill>
              </a:rPr>
              <a:t>Gráficas </a:t>
            </a:r>
            <a:r>
              <a:rPr lang="es-ES" sz="6000" spc="-15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Convertia</a:t>
            </a:r>
            <a:endParaRPr lang="es-ES" sz="6000" spc="-1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879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Elipse 204">
            <a:extLst>
              <a:ext uri="{FF2B5EF4-FFF2-40B4-BE49-F238E27FC236}">
                <a16:creationId xmlns:a16="http://schemas.microsoft.com/office/drawing/2014/main" id="{45161687-A3BC-4FDE-A224-8437261AA2AD}"/>
              </a:ext>
            </a:extLst>
          </p:cNvPr>
          <p:cNvSpPr/>
          <p:nvPr/>
        </p:nvSpPr>
        <p:spPr>
          <a:xfrm>
            <a:off x="5605427" y="365291"/>
            <a:ext cx="981145" cy="9811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6" name="Rectángulo: esquinas redondeadas 205">
            <a:extLst>
              <a:ext uri="{FF2B5EF4-FFF2-40B4-BE49-F238E27FC236}">
                <a16:creationId xmlns:a16="http://schemas.microsoft.com/office/drawing/2014/main" id="{2F23EF5C-135C-494E-9B71-BBD6C2206DCE}"/>
              </a:ext>
            </a:extLst>
          </p:cNvPr>
          <p:cNvSpPr/>
          <p:nvPr/>
        </p:nvSpPr>
        <p:spPr>
          <a:xfrm>
            <a:off x="8280934" y="4711308"/>
            <a:ext cx="3529199" cy="1596866"/>
          </a:xfrm>
          <a:prstGeom prst="roundRect">
            <a:avLst>
              <a:gd name="adj" fmla="val 10642"/>
            </a:avLst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7" name="Rectángulo: esquinas redondeadas 206">
            <a:extLst>
              <a:ext uri="{FF2B5EF4-FFF2-40B4-BE49-F238E27FC236}">
                <a16:creationId xmlns:a16="http://schemas.microsoft.com/office/drawing/2014/main" id="{0CE9FA76-9C1F-4018-AA6F-AEAA1249333A}"/>
              </a:ext>
            </a:extLst>
          </p:cNvPr>
          <p:cNvSpPr/>
          <p:nvPr/>
        </p:nvSpPr>
        <p:spPr>
          <a:xfrm>
            <a:off x="4435946" y="4711308"/>
            <a:ext cx="3679260" cy="1596866"/>
          </a:xfrm>
          <a:prstGeom prst="roundRect">
            <a:avLst>
              <a:gd name="adj" fmla="val 10642"/>
            </a:avLst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8" name="Rectángulo: esquinas redondeadas 207">
            <a:extLst>
              <a:ext uri="{FF2B5EF4-FFF2-40B4-BE49-F238E27FC236}">
                <a16:creationId xmlns:a16="http://schemas.microsoft.com/office/drawing/2014/main" id="{BC44AA2E-51E8-426B-954B-3E4AD62DC68C}"/>
              </a:ext>
            </a:extLst>
          </p:cNvPr>
          <p:cNvSpPr/>
          <p:nvPr/>
        </p:nvSpPr>
        <p:spPr>
          <a:xfrm>
            <a:off x="381867" y="4728640"/>
            <a:ext cx="3914004" cy="1581106"/>
          </a:xfrm>
          <a:prstGeom prst="roundRect">
            <a:avLst>
              <a:gd name="adj" fmla="val 10642"/>
            </a:avLst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9" name="Rectángulo: esquinas redondeadas 208">
            <a:extLst>
              <a:ext uri="{FF2B5EF4-FFF2-40B4-BE49-F238E27FC236}">
                <a16:creationId xmlns:a16="http://schemas.microsoft.com/office/drawing/2014/main" id="{AA97FE39-7533-4725-8617-C220FFA33360}"/>
              </a:ext>
            </a:extLst>
          </p:cNvPr>
          <p:cNvSpPr/>
          <p:nvPr/>
        </p:nvSpPr>
        <p:spPr>
          <a:xfrm>
            <a:off x="3790374" y="1988656"/>
            <a:ext cx="4658557" cy="1286891"/>
          </a:xfrm>
          <a:prstGeom prst="roundRect">
            <a:avLst>
              <a:gd name="adj" fmla="val 10642"/>
            </a:avLst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0" name="Gráfico 9">
            <a:extLst>
              <a:ext uri="{FF2B5EF4-FFF2-40B4-BE49-F238E27FC236}">
                <a16:creationId xmlns:a16="http://schemas.microsoft.com/office/drawing/2014/main" id="{8DB89BC4-C208-484B-B3E8-7B1025FC1C45}"/>
              </a:ext>
            </a:extLst>
          </p:cNvPr>
          <p:cNvSpPr/>
          <p:nvPr/>
        </p:nvSpPr>
        <p:spPr>
          <a:xfrm>
            <a:off x="1677957" y="3600979"/>
            <a:ext cx="751157" cy="751157"/>
          </a:xfrm>
          <a:custGeom>
            <a:avLst/>
            <a:gdLst>
              <a:gd name="connsiteX0" fmla="*/ 751157 w 751157"/>
              <a:gd name="connsiteY0" fmla="*/ 375579 h 751157"/>
              <a:gd name="connsiteX1" fmla="*/ 375579 w 751157"/>
              <a:gd name="connsiteY1" fmla="*/ 751157 h 751157"/>
              <a:gd name="connsiteX2" fmla="*/ 0 w 751157"/>
              <a:gd name="connsiteY2" fmla="*/ 375579 h 751157"/>
              <a:gd name="connsiteX3" fmla="*/ 375579 w 751157"/>
              <a:gd name="connsiteY3" fmla="*/ 0 h 751157"/>
              <a:gd name="connsiteX4" fmla="*/ 751157 w 751157"/>
              <a:gd name="connsiteY4" fmla="*/ 375579 h 751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1157" h="751157">
                <a:moveTo>
                  <a:pt x="751157" y="375579"/>
                </a:moveTo>
                <a:cubicBezTo>
                  <a:pt x="751157" y="583005"/>
                  <a:pt x="583005" y="751157"/>
                  <a:pt x="375579" y="751157"/>
                </a:cubicBezTo>
                <a:cubicBezTo>
                  <a:pt x="168152" y="751157"/>
                  <a:pt x="0" y="583005"/>
                  <a:pt x="0" y="375579"/>
                </a:cubicBezTo>
                <a:cubicBezTo>
                  <a:pt x="0" y="168152"/>
                  <a:pt x="168152" y="0"/>
                  <a:pt x="375579" y="0"/>
                </a:cubicBezTo>
                <a:cubicBezTo>
                  <a:pt x="583005" y="0"/>
                  <a:pt x="751157" y="168152"/>
                  <a:pt x="751157" y="375579"/>
                </a:cubicBezTo>
                <a:close/>
              </a:path>
            </a:pathLst>
          </a:custGeom>
          <a:solidFill>
            <a:srgbClr val="011E23">
              <a:alpha val="20000"/>
            </a:srgbClr>
          </a:solidFill>
          <a:ln w="9525" cap="flat">
            <a:solidFill>
              <a:schemeClr val="accent6"/>
            </a:solidFill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211" name="Gráfico 10">
            <a:extLst>
              <a:ext uri="{FF2B5EF4-FFF2-40B4-BE49-F238E27FC236}">
                <a16:creationId xmlns:a16="http://schemas.microsoft.com/office/drawing/2014/main" id="{E210AE05-545A-4CD7-9D80-1FD92CEE4020}"/>
              </a:ext>
            </a:extLst>
          </p:cNvPr>
          <p:cNvSpPr/>
          <p:nvPr/>
        </p:nvSpPr>
        <p:spPr>
          <a:xfrm>
            <a:off x="5744074" y="3600979"/>
            <a:ext cx="751157" cy="751157"/>
          </a:xfrm>
          <a:custGeom>
            <a:avLst/>
            <a:gdLst>
              <a:gd name="connsiteX0" fmla="*/ 751157 w 751157"/>
              <a:gd name="connsiteY0" fmla="*/ 375579 h 751157"/>
              <a:gd name="connsiteX1" fmla="*/ 375579 w 751157"/>
              <a:gd name="connsiteY1" fmla="*/ 751157 h 751157"/>
              <a:gd name="connsiteX2" fmla="*/ 0 w 751157"/>
              <a:gd name="connsiteY2" fmla="*/ 375579 h 751157"/>
              <a:gd name="connsiteX3" fmla="*/ 375579 w 751157"/>
              <a:gd name="connsiteY3" fmla="*/ 0 h 751157"/>
              <a:gd name="connsiteX4" fmla="*/ 751157 w 751157"/>
              <a:gd name="connsiteY4" fmla="*/ 375579 h 751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1157" h="751157">
                <a:moveTo>
                  <a:pt x="751157" y="375579"/>
                </a:moveTo>
                <a:cubicBezTo>
                  <a:pt x="751157" y="583005"/>
                  <a:pt x="583005" y="751157"/>
                  <a:pt x="375579" y="751157"/>
                </a:cubicBezTo>
                <a:cubicBezTo>
                  <a:pt x="168152" y="751157"/>
                  <a:pt x="0" y="583005"/>
                  <a:pt x="0" y="375579"/>
                </a:cubicBezTo>
                <a:cubicBezTo>
                  <a:pt x="0" y="168152"/>
                  <a:pt x="168152" y="0"/>
                  <a:pt x="375579" y="0"/>
                </a:cubicBezTo>
                <a:cubicBezTo>
                  <a:pt x="583005" y="0"/>
                  <a:pt x="751157" y="168152"/>
                  <a:pt x="751157" y="375579"/>
                </a:cubicBezTo>
                <a:close/>
              </a:path>
            </a:pathLst>
          </a:custGeom>
          <a:solidFill>
            <a:srgbClr val="011E23">
              <a:alpha val="20000"/>
            </a:srgbClr>
          </a:solidFill>
          <a:ln w="9525" cap="flat">
            <a:solidFill>
              <a:schemeClr val="accent6"/>
            </a:solidFill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212" name="Gráfico 12">
            <a:extLst>
              <a:ext uri="{FF2B5EF4-FFF2-40B4-BE49-F238E27FC236}">
                <a16:creationId xmlns:a16="http://schemas.microsoft.com/office/drawing/2014/main" id="{EE448945-18C5-4C20-BF54-0C61C54092D4}"/>
              </a:ext>
            </a:extLst>
          </p:cNvPr>
          <p:cNvSpPr/>
          <p:nvPr/>
        </p:nvSpPr>
        <p:spPr>
          <a:xfrm>
            <a:off x="9696545" y="3600979"/>
            <a:ext cx="751157" cy="751157"/>
          </a:xfrm>
          <a:custGeom>
            <a:avLst/>
            <a:gdLst>
              <a:gd name="connsiteX0" fmla="*/ 751157 w 751157"/>
              <a:gd name="connsiteY0" fmla="*/ 375579 h 751157"/>
              <a:gd name="connsiteX1" fmla="*/ 375579 w 751157"/>
              <a:gd name="connsiteY1" fmla="*/ 751157 h 751157"/>
              <a:gd name="connsiteX2" fmla="*/ 0 w 751157"/>
              <a:gd name="connsiteY2" fmla="*/ 375579 h 751157"/>
              <a:gd name="connsiteX3" fmla="*/ 375579 w 751157"/>
              <a:gd name="connsiteY3" fmla="*/ 0 h 751157"/>
              <a:gd name="connsiteX4" fmla="*/ 751157 w 751157"/>
              <a:gd name="connsiteY4" fmla="*/ 375579 h 751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1157" h="751157">
                <a:moveTo>
                  <a:pt x="751157" y="375579"/>
                </a:moveTo>
                <a:cubicBezTo>
                  <a:pt x="751157" y="583005"/>
                  <a:pt x="583005" y="751157"/>
                  <a:pt x="375579" y="751157"/>
                </a:cubicBezTo>
                <a:cubicBezTo>
                  <a:pt x="168152" y="751157"/>
                  <a:pt x="0" y="583005"/>
                  <a:pt x="0" y="375579"/>
                </a:cubicBezTo>
                <a:cubicBezTo>
                  <a:pt x="0" y="168152"/>
                  <a:pt x="168152" y="0"/>
                  <a:pt x="375579" y="0"/>
                </a:cubicBezTo>
                <a:cubicBezTo>
                  <a:pt x="583005" y="0"/>
                  <a:pt x="751157" y="168152"/>
                  <a:pt x="751157" y="375579"/>
                </a:cubicBezTo>
                <a:close/>
              </a:path>
            </a:pathLst>
          </a:custGeom>
          <a:solidFill>
            <a:srgbClr val="011E23">
              <a:alpha val="20000"/>
            </a:srgbClr>
          </a:solidFill>
          <a:ln w="9525" cap="flat">
            <a:solidFill>
              <a:schemeClr val="accent6"/>
            </a:solidFill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FDE83D19-0A61-4659-8F79-443EB657299E}"/>
              </a:ext>
            </a:extLst>
          </p:cNvPr>
          <p:cNvSpPr txBox="1"/>
          <p:nvPr/>
        </p:nvSpPr>
        <p:spPr>
          <a:xfrm>
            <a:off x="1223942" y="4890952"/>
            <a:ext cx="22298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>
                <a:solidFill>
                  <a:srgbClr val="FFFFFF"/>
                </a:solidFill>
                <a:latin typeface="Switzer Semibold" pitchFamily="50" charset="0"/>
              </a:rPr>
              <a:t>HUB TECHNOLÓGICO</a:t>
            </a:r>
          </a:p>
        </p:txBody>
      </p:sp>
      <p:sp>
        <p:nvSpPr>
          <p:cNvPr id="214" name="CuadroTexto 213">
            <a:extLst>
              <a:ext uri="{FF2B5EF4-FFF2-40B4-BE49-F238E27FC236}">
                <a16:creationId xmlns:a16="http://schemas.microsoft.com/office/drawing/2014/main" id="{133B2607-FD7B-4F62-9BCE-3EC5632EA04C}"/>
              </a:ext>
            </a:extLst>
          </p:cNvPr>
          <p:cNvSpPr txBox="1"/>
          <p:nvPr/>
        </p:nvSpPr>
        <p:spPr>
          <a:xfrm>
            <a:off x="5151185" y="4890952"/>
            <a:ext cx="202195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>
                <a:solidFill>
                  <a:srgbClr val="FFFFFF"/>
                </a:solidFill>
                <a:latin typeface="Switzer Semibold" pitchFamily="50" charset="0"/>
              </a:rPr>
              <a:t>MARKETING &amp; SALES</a:t>
            </a:r>
          </a:p>
        </p:txBody>
      </p: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C4B26663-349E-45EC-80EA-BBC765446EAC}"/>
              </a:ext>
            </a:extLst>
          </p:cNvPr>
          <p:cNvSpPr txBox="1"/>
          <p:nvPr/>
        </p:nvSpPr>
        <p:spPr>
          <a:xfrm>
            <a:off x="8827566" y="4890952"/>
            <a:ext cx="25502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>
                <a:solidFill>
                  <a:srgbClr val="FFFFFF"/>
                </a:solidFill>
                <a:latin typeface="Switzer Semibold" pitchFamily="50" charset="0"/>
              </a:rPr>
              <a:t>OMNICHANNEL CONTACT CENTER</a:t>
            </a:r>
          </a:p>
        </p:txBody>
      </p:sp>
      <p:sp>
        <p:nvSpPr>
          <p:cNvPr id="216" name="CuadroTexto 215">
            <a:extLst>
              <a:ext uri="{FF2B5EF4-FFF2-40B4-BE49-F238E27FC236}">
                <a16:creationId xmlns:a16="http://schemas.microsoft.com/office/drawing/2014/main" id="{6D7E87CD-785E-497E-8095-8A8EC8E3893A}"/>
              </a:ext>
            </a:extLst>
          </p:cNvPr>
          <p:cNvSpPr txBox="1"/>
          <p:nvPr/>
        </p:nvSpPr>
        <p:spPr>
          <a:xfrm>
            <a:off x="3089495" y="3996987"/>
            <a:ext cx="22153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Integración Nativa</a:t>
            </a:r>
          </a:p>
        </p:txBody>
      </p:sp>
      <p:sp>
        <p:nvSpPr>
          <p:cNvPr id="217" name="CuadroTexto 216">
            <a:extLst>
              <a:ext uri="{FF2B5EF4-FFF2-40B4-BE49-F238E27FC236}">
                <a16:creationId xmlns:a16="http://schemas.microsoft.com/office/drawing/2014/main" id="{CFC93494-7C91-4A9B-A79C-B3A5EF37A170}"/>
              </a:ext>
            </a:extLst>
          </p:cNvPr>
          <p:cNvSpPr txBox="1"/>
          <p:nvPr/>
        </p:nvSpPr>
        <p:spPr>
          <a:xfrm>
            <a:off x="7064017" y="3998731"/>
            <a:ext cx="22153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Integración Nativa</a:t>
            </a:r>
          </a:p>
        </p:txBody>
      </p:sp>
      <p:sp>
        <p:nvSpPr>
          <p:cNvPr id="218" name="CuadroTexto 217">
            <a:extLst>
              <a:ext uri="{FF2B5EF4-FFF2-40B4-BE49-F238E27FC236}">
                <a16:creationId xmlns:a16="http://schemas.microsoft.com/office/drawing/2014/main" id="{E368E398-6D89-4EE8-9A60-427B9F5FAFA3}"/>
              </a:ext>
            </a:extLst>
          </p:cNvPr>
          <p:cNvSpPr txBox="1"/>
          <p:nvPr/>
        </p:nvSpPr>
        <p:spPr>
          <a:xfrm>
            <a:off x="4756704" y="1448308"/>
            <a:ext cx="27258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>
                <a:solidFill>
                  <a:srgbClr val="FFFFFF"/>
                </a:solidFill>
                <a:latin typeface="Switzer Semibold" pitchFamily="50" charset="0"/>
              </a:rPr>
              <a:t>SOLUCIÓN TECNOLÓGICA</a:t>
            </a:r>
          </a:p>
        </p:txBody>
      </p:sp>
      <p:sp>
        <p:nvSpPr>
          <p:cNvPr id="220" name="CuadroTexto 219">
            <a:extLst>
              <a:ext uri="{FF2B5EF4-FFF2-40B4-BE49-F238E27FC236}">
                <a16:creationId xmlns:a16="http://schemas.microsoft.com/office/drawing/2014/main" id="{8B7A9D6E-29AA-4E20-AB27-68A0416C261F}"/>
              </a:ext>
            </a:extLst>
          </p:cNvPr>
          <p:cNvSpPr txBox="1"/>
          <p:nvPr/>
        </p:nvSpPr>
        <p:spPr>
          <a:xfrm>
            <a:off x="607969" y="5756260"/>
            <a:ext cx="10834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Virtual </a:t>
            </a:r>
            <a:r>
              <a:rPr lang="es-ES" sz="900" err="1">
                <a:solidFill>
                  <a:srgbClr val="FFFFFF"/>
                </a:solidFill>
              </a:rPr>
              <a:t>Agents</a:t>
            </a:r>
            <a:endParaRPr lang="es-ES" sz="900">
              <a:solidFill>
                <a:srgbClr val="FFFFFF"/>
              </a:solidFill>
            </a:endParaRPr>
          </a:p>
        </p:txBody>
      </p:sp>
      <p:sp>
        <p:nvSpPr>
          <p:cNvPr id="221" name="CuadroTexto 220">
            <a:extLst>
              <a:ext uri="{FF2B5EF4-FFF2-40B4-BE49-F238E27FC236}">
                <a16:creationId xmlns:a16="http://schemas.microsoft.com/office/drawing/2014/main" id="{9AE6921B-42C9-474B-BFF7-8D1866072C7B}"/>
              </a:ext>
            </a:extLst>
          </p:cNvPr>
          <p:cNvSpPr txBox="1"/>
          <p:nvPr/>
        </p:nvSpPr>
        <p:spPr>
          <a:xfrm>
            <a:off x="1416015" y="5689994"/>
            <a:ext cx="1083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err="1">
                <a:solidFill>
                  <a:srgbClr val="FFFFFF"/>
                </a:solidFill>
              </a:rPr>
              <a:t>Speech</a:t>
            </a:r>
            <a:r>
              <a:rPr lang="es-ES" sz="900">
                <a:solidFill>
                  <a:srgbClr val="FFFFFF"/>
                </a:solidFill>
              </a:rPr>
              <a:t> </a:t>
            </a:r>
            <a:r>
              <a:rPr lang="es-ES" sz="900" err="1">
                <a:solidFill>
                  <a:srgbClr val="FFFFFF"/>
                </a:solidFill>
              </a:rPr>
              <a:t>Analytics</a:t>
            </a:r>
            <a:endParaRPr lang="es-ES" sz="900">
              <a:solidFill>
                <a:srgbClr val="FFFFFF"/>
              </a:solidFill>
            </a:endParaRPr>
          </a:p>
        </p:txBody>
      </p:sp>
      <p:sp>
        <p:nvSpPr>
          <p:cNvPr id="222" name="CuadroTexto 221">
            <a:extLst>
              <a:ext uri="{FF2B5EF4-FFF2-40B4-BE49-F238E27FC236}">
                <a16:creationId xmlns:a16="http://schemas.microsoft.com/office/drawing/2014/main" id="{29DAEAFF-2B21-48FA-A498-E128A9A0B533}"/>
              </a:ext>
            </a:extLst>
          </p:cNvPr>
          <p:cNvSpPr txBox="1"/>
          <p:nvPr/>
        </p:nvSpPr>
        <p:spPr>
          <a:xfrm>
            <a:off x="2348700" y="5755929"/>
            <a:ext cx="772015" cy="237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err="1">
                <a:solidFill>
                  <a:srgbClr val="FFFFFF"/>
                </a:solidFill>
              </a:rPr>
              <a:t>Helpdesk</a:t>
            </a:r>
            <a:endParaRPr lang="es-ES" sz="900">
              <a:solidFill>
                <a:srgbClr val="FFFFFF"/>
              </a:solidFill>
            </a:endParaRPr>
          </a:p>
        </p:txBody>
      </p: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73AA7576-244C-48B1-BB57-581F2AF15D39}"/>
              </a:ext>
            </a:extLst>
          </p:cNvPr>
          <p:cNvSpPr txBox="1"/>
          <p:nvPr/>
        </p:nvSpPr>
        <p:spPr>
          <a:xfrm>
            <a:off x="4576253" y="5689994"/>
            <a:ext cx="92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Pauta</a:t>
            </a:r>
          </a:p>
          <a:p>
            <a:pPr algn="ctr"/>
            <a:r>
              <a:rPr lang="es-ES" sz="900">
                <a:solidFill>
                  <a:srgbClr val="FFFFFF"/>
                </a:solidFill>
              </a:rPr>
              <a:t>Publicitaria</a:t>
            </a:r>
          </a:p>
        </p:txBody>
      </p:sp>
      <p:sp>
        <p:nvSpPr>
          <p:cNvPr id="224" name="CuadroTexto 223">
            <a:extLst>
              <a:ext uri="{FF2B5EF4-FFF2-40B4-BE49-F238E27FC236}">
                <a16:creationId xmlns:a16="http://schemas.microsoft.com/office/drawing/2014/main" id="{701F28D3-8526-4D6E-A121-9E85D784485C}"/>
              </a:ext>
            </a:extLst>
          </p:cNvPr>
          <p:cNvSpPr txBox="1"/>
          <p:nvPr/>
        </p:nvSpPr>
        <p:spPr>
          <a:xfrm>
            <a:off x="5528970" y="5759244"/>
            <a:ext cx="7090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Diseño</a:t>
            </a:r>
          </a:p>
        </p:txBody>
      </p:sp>
      <p:sp>
        <p:nvSpPr>
          <p:cNvPr id="225" name="CuadroTexto 224">
            <a:extLst>
              <a:ext uri="{FF2B5EF4-FFF2-40B4-BE49-F238E27FC236}">
                <a16:creationId xmlns:a16="http://schemas.microsoft.com/office/drawing/2014/main" id="{29F7C80C-6567-422E-8B13-3DC2390F3055}"/>
              </a:ext>
            </a:extLst>
          </p:cNvPr>
          <p:cNvSpPr txBox="1"/>
          <p:nvPr/>
        </p:nvSpPr>
        <p:spPr>
          <a:xfrm>
            <a:off x="6234673" y="5759244"/>
            <a:ext cx="9680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err="1">
                <a:solidFill>
                  <a:srgbClr val="FFFFFF"/>
                </a:solidFill>
              </a:rPr>
              <a:t>Automation</a:t>
            </a:r>
            <a:endParaRPr lang="es-ES" sz="900">
              <a:solidFill>
                <a:srgbClr val="FFFFFF"/>
              </a:solidFill>
            </a:endParaRPr>
          </a:p>
        </p:txBody>
      </p: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5019D5EC-28D6-4340-A74C-9CA4A369B0AF}"/>
              </a:ext>
            </a:extLst>
          </p:cNvPr>
          <p:cNvSpPr txBox="1"/>
          <p:nvPr/>
        </p:nvSpPr>
        <p:spPr>
          <a:xfrm>
            <a:off x="7242320" y="5759244"/>
            <a:ext cx="6216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CRM</a:t>
            </a:r>
          </a:p>
        </p:txBody>
      </p:sp>
      <p:sp>
        <p:nvSpPr>
          <p:cNvPr id="227" name="CuadroTexto 226">
            <a:extLst>
              <a:ext uri="{FF2B5EF4-FFF2-40B4-BE49-F238E27FC236}">
                <a16:creationId xmlns:a16="http://schemas.microsoft.com/office/drawing/2014/main" id="{03B9573D-EDDA-4665-86E3-3F0F4AC955A9}"/>
              </a:ext>
            </a:extLst>
          </p:cNvPr>
          <p:cNvSpPr txBox="1"/>
          <p:nvPr/>
        </p:nvSpPr>
        <p:spPr>
          <a:xfrm>
            <a:off x="8777594" y="5759244"/>
            <a:ext cx="801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Agente 1</a:t>
            </a:r>
          </a:p>
        </p:txBody>
      </p: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5794CD75-8401-4F00-B756-9A5137DF2859}"/>
              </a:ext>
            </a:extLst>
          </p:cNvPr>
          <p:cNvSpPr txBox="1"/>
          <p:nvPr/>
        </p:nvSpPr>
        <p:spPr>
          <a:xfrm>
            <a:off x="9671140" y="5759244"/>
            <a:ext cx="801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Agente 2</a:t>
            </a:r>
          </a:p>
        </p:txBody>
      </p:sp>
      <p:sp>
        <p:nvSpPr>
          <p:cNvPr id="229" name="CuadroTexto 228">
            <a:extLst>
              <a:ext uri="{FF2B5EF4-FFF2-40B4-BE49-F238E27FC236}">
                <a16:creationId xmlns:a16="http://schemas.microsoft.com/office/drawing/2014/main" id="{E6EBB79E-96E8-4FF1-A614-D341F9095B79}"/>
              </a:ext>
            </a:extLst>
          </p:cNvPr>
          <p:cNvSpPr txBox="1"/>
          <p:nvPr/>
        </p:nvSpPr>
        <p:spPr>
          <a:xfrm>
            <a:off x="10586918" y="5759244"/>
            <a:ext cx="801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Agente 3</a:t>
            </a:r>
          </a:p>
        </p:txBody>
      </p: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2A316054-10B4-4248-9AC1-A363DD91D298}"/>
              </a:ext>
            </a:extLst>
          </p:cNvPr>
          <p:cNvCxnSpPr>
            <a:cxnSpLocks/>
            <a:stCxn id="211" idx="3"/>
            <a:endCxn id="209" idx="2"/>
          </p:cNvCxnSpPr>
          <p:nvPr/>
        </p:nvCxnSpPr>
        <p:spPr>
          <a:xfrm flipV="1">
            <a:off x="6119653" y="3275547"/>
            <a:ext cx="0" cy="32543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Conector recto de flecha 230">
            <a:extLst>
              <a:ext uri="{FF2B5EF4-FFF2-40B4-BE49-F238E27FC236}">
                <a16:creationId xmlns:a16="http://schemas.microsoft.com/office/drawing/2014/main" id="{7C8726B9-26FC-44A3-B3F3-365E03FA17C3}"/>
              </a:ext>
            </a:extLst>
          </p:cNvPr>
          <p:cNvCxnSpPr>
            <a:cxnSpLocks/>
          </p:cNvCxnSpPr>
          <p:nvPr/>
        </p:nvCxnSpPr>
        <p:spPr>
          <a:xfrm>
            <a:off x="2630364" y="3967927"/>
            <a:ext cx="2932981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onector recto de flecha 231">
            <a:extLst>
              <a:ext uri="{FF2B5EF4-FFF2-40B4-BE49-F238E27FC236}">
                <a16:creationId xmlns:a16="http://schemas.microsoft.com/office/drawing/2014/main" id="{F9F9EF2B-D636-4F05-B705-9602745E7BFA}"/>
              </a:ext>
            </a:extLst>
          </p:cNvPr>
          <p:cNvCxnSpPr>
            <a:cxnSpLocks/>
          </p:cNvCxnSpPr>
          <p:nvPr/>
        </p:nvCxnSpPr>
        <p:spPr>
          <a:xfrm>
            <a:off x="6590859" y="3979197"/>
            <a:ext cx="2856948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CuadroTexto 232">
            <a:extLst>
              <a:ext uri="{FF2B5EF4-FFF2-40B4-BE49-F238E27FC236}">
                <a16:creationId xmlns:a16="http://schemas.microsoft.com/office/drawing/2014/main" id="{C2BD7FA3-756E-404B-B261-D53570F770D0}"/>
              </a:ext>
            </a:extLst>
          </p:cNvPr>
          <p:cNvSpPr txBox="1"/>
          <p:nvPr/>
        </p:nvSpPr>
        <p:spPr>
          <a:xfrm>
            <a:off x="3754145" y="2874326"/>
            <a:ext cx="841058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SMS</a:t>
            </a:r>
          </a:p>
        </p:txBody>
      </p:sp>
      <p:sp>
        <p:nvSpPr>
          <p:cNvPr id="234" name="CuadroTexto 233">
            <a:extLst>
              <a:ext uri="{FF2B5EF4-FFF2-40B4-BE49-F238E27FC236}">
                <a16:creationId xmlns:a16="http://schemas.microsoft.com/office/drawing/2014/main" id="{767C419B-F8AE-43C6-8703-D2EB63217B81}"/>
              </a:ext>
            </a:extLst>
          </p:cNvPr>
          <p:cNvSpPr txBox="1"/>
          <p:nvPr/>
        </p:nvSpPr>
        <p:spPr>
          <a:xfrm>
            <a:off x="4510088" y="2874326"/>
            <a:ext cx="841058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Email</a:t>
            </a:r>
          </a:p>
        </p:txBody>
      </p:sp>
      <p:sp>
        <p:nvSpPr>
          <p:cNvPr id="235" name="CuadroTexto 234">
            <a:extLst>
              <a:ext uri="{FF2B5EF4-FFF2-40B4-BE49-F238E27FC236}">
                <a16:creationId xmlns:a16="http://schemas.microsoft.com/office/drawing/2014/main" id="{A3E95AE4-1918-4EC6-A25C-0CD83A62565B}"/>
              </a:ext>
            </a:extLst>
          </p:cNvPr>
          <p:cNvSpPr txBox="1"/>
          <p:nvPr/>
        </p:nvSpPr>
        <p:spPr>
          <a:xfrm>
            <a:off x="5223175" y="2874326"/>
            <a:ext cx="9389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Social Media</a:t>
            </a:r>
          </a:p>
        </p:txBody>
      </p:sp>
      <p:sp>
        <p:nvSpPr>
          <p:cNvPr id="236" name="CuadroTexto 235">
            <a:extLst>
              <a:ext uri="{FF2B5EF4-FFF2-40B4-BE49-F238E27FC236}">
                <a16:creationId xmlns:a16="http://schemas.microsoft.com/office/drawing/2014/main" id="{7CF21147-CB3B-4504-BE60-14A5F7EC1903}"/>
              </a:ext>
            </a:extLst>
          </p:cNvPr>
          <p:cNvSpPr txBox="1"/>
          <p:nvPr/>
        </p:nvSpPr>
        <p:spPr>
          <a:xfrm>
            <a:off x="6032749" y="2874325"/>
            <a:ext cx="10402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>
                <a:solidFill>
                  <a:srgbClr val="FFFFFF"/>
                </a:solidFill>
              </a:rPr>
              <a:t>Click To Call</a:t>
            </a:r>
          </a:p>
        </p:txBody>
      </p:sp>
      <p:sp>
        <p:nvSpPr>
          <p:cNvPr id="237" name="CuadroTexto 236">
            <a:extLst>
              <a:ext uri="{FF2B5EF4-FFF2-40B4-BE49-F238E27FC236}">
                <a16:creationId xmlns:a16="http://schemas.microsoft.com/office/drawing/2014/main" id="{E35F78F7-00B7-4687-A2C2-B64A30B572E2}"/>
              </a:ext>
            </a:extLst>
          </p:cNvPr>
          <p:cNvSpPr txBox="1"/>
          <p:nvPr/>
        </p:nvSpPr>
        <p:spPr>
          <a:xfrm>
            <a:off x="6873766" y="2874324"/>
            <a:ext cx="841058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err="1">
                <a:solidFill>
                  <a:srgbClr val="FFFFFF"/>
                </a:solidFill>
              </a:rPr>
              <a:t>Chatbot</a:t>
            </a:r>
            <a:endParaRPr lang="es-ES" sz="900">
              <a:solidFill>
                <a:srgbClr val="FFFFFF"/>
              </a:solidFill>
            </a:endParaRPr>
          </a:p>
        </p:txBody>
      </p:sp>
      <p:sp>
        <p:nvSpPr>
          <p:cNvPr id="238" name="CuadroTexto 237">
            <a:extLst>
              <a:ext uri="{FF2B5EF4-FFF2-40B4-BE49-F238E27FC236}">
                <a16:creationId xmlns:a16="http://schemas.microsoft.com/office/drawing/2014/main" id="{C22E47EA-2154-42CB-8C0A-433837EF8490}"/>
              </a:ext>
            </a:extLst>
          </p:cNvPr>
          <p:cNvSpPr txBox="1"/>
          <p:nvPr/>
        </p:nvSpPr>
        <p:spPr>
          <a:xfrm>
            <a:off x="7571644" y="2874326"/>
            <a:ext cx="841058" cy="230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err="1">
                <a:solidFill>
                  <a:srgbClr val="FFFFFF"/>
                </a:solidFill>
              </a:rPr>
              <a:t>Landings</a:t>
            </a:r>
            <a:endParaRPr lang="es-ES" sz="900">
              <a:solidFill>
                <a:srgbClr val="FFFFFF"/>
              </a:solidFill>
            </a:endParaRPr>
          </a:p>
        </p:txBody>
      </p:sp>
      <p:sp>
        <p:nvSpPr>
          <p:cNvPr id="239" name="CuadroTexto 238">
            <a:extLst>
              <a:ext uri="{FF2B5EF4-FFF2-40B4-BE49-F238E27FC236}">
                <a16:creationId xmlns:a16="http://schemas.microsoft.com/office/drawing/2014/main" id="{F87D8416-527F-4804-94B6-DAF53F721BC1}"/>
              </a:ext>
            </a:extLst>
          </p:cNvPr>
          <p:cNvSpPr txBox="1"/>
          <p:nvPr/>
        </p:nvSpPr>
        <p:spPr>
          <a:xfrm>
            <a:off x="5011972" y="2115356"/>
            <a:ext cx="22153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>
                <a:solidFill>
                  <a:srgbClr val="FFFFFF"/>
                </a:solidFill>
                <a:latin typeface="Switzer Semibold" pitchFamily="50" charset="0"/>
              </a:rPr>
              <a:t>CANALES DE COMUNICACIÓN</a:t>
            </a:r>
          </a:p>
        </p:txBody>
      </p:sp>
      <p:cxnSp>
        <p:nvCxnSpPr>
          <p:cNvPr id="240" name="Conector recto 239">
            <a:extLst>
              <a:ext uri="{FF2B5EF4-FFF2-40B4-BE49-F238E27FC236}">
                <a16:creationId xmlns:a16="http://schemas.microsoft.com/office/drawing/2014/main" id="{E9996B01-CEEA-4E98-ACBA-BA8444C55AB1}"/>
              </a:ext>
            </a:extLst>
          </p:cNvPr>
          <p:cNvCxnSpPr>
            <a:cxnSpLocks/>
            <a:stCxn id="209" idx="0"/>
          </p:cNvCxnSpPr>
          <p:nvPr/>
        </p:nvCxnSpPr>
        <p:spPr>
          <a:xfrm flipV="1">
            <a:off x="6119653" y="1702224"/>
            <a:ext cx="1" cy="28643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Conector recto 240">
            <a:extLst>
              <a:ext uri="{FF2B5EF4-FFF2-40B4-BE49-F238E27FC236}">
                <a16:creationId xmlns:a16="http://schemas.microsoft.com/office/drawing/2014/main" id="{FC668222-0EE7-4FB2-80BB-43E06EBDF34D}"/>
              </a:ext>
            </a:extLst>
          </p:cNvPr>
          <p:cNvCxnSpPr>
            <a:cxnSpLocks/>
          </p:cNvCxnSpPr>
          <p:nvPr/>
        </p:nvCxnSpPr>
        <p:spPr>
          <a:xfrm flipV="1">
            <a:off x="2049433" y="4346292"/>
            <a:ext cx="0" cy="37086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Conector recto 241">
            <a:extLst>
              <a:ext uri="{FF2B5EF4-FFF2-40B4-BE49-F238E27FC236}">
                <a16:creationId xmlns:a16="http://schemas.microsoft.com/office/drawing/2014/main" id="{7C50AA0F-B6D0-44A1-A38B-866F6EBA2C42}"/>
              </a:ext>
            </a:extLst>
          </p:cNvPr>
          <p:cNvCxnSpPr>
            <a:cxnSpLocks/>
            <a:endCxn id="211" idx="1"/>
          </p:cNvCxnSpPr>
          <p:nvPr/>
        </p:nvCxnSpPr>
        <p:spPr>
          <a:xfrm flipV="1">
            <a:off x="6119653" y="4352136"/>
            <a:ext cx="0" cy="35917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4" name="CuadroTexto 243">
            <a:extLst>
              <a:ext uri="{FF2B5EF4-FFF2-40B4-BE49-F238E27FC236}">
                <a16:creationId xmlns:a16="http://schemas.microsoft.com/office/drawing/2014/main" id="{771B4B77-203E-40CA-A077-0E0ABE680492}"/>
              </a:ext>
            </a:extLst>
          </p:cNvPr>
          <p:cNvSpPr txBox="1"/>
          <p:nvPr/>
        </p:nvSpPr>
        <p:spPr>
          <a:xfrm>
            <a:off x="3116713" y="5759244"/>
            <a:ext cx="8127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err="1">
                <a:solidFill>
                  <a:srgbClr val="FFFFFF"/>
                </a:solidFill>
              </a:rPr>
              <a:t>Workforce</a:t>
            </a:r>
            <a:endParaRPr lang="es-ES" sz="900">
              <a:solidFill>
                <a:srgbClr val="FFFFFF"/>
              </a:solidFill>
            </a:endParaRPr>
          </a:p>
        </p:txBody>
      </p:sp>
      <p:pic>
        <p:nvPicPr>
          <p:cNvPr id="245" name="Imagen 244" descr="Icono&#10;&#10;Descripción generada automáticamente">
            <a:extLst>
              <a:ext uri="{FF2B5EF4-FFF2-40B4-BE49-F238E27FC236}">
                <a16:creationId xmlns:a16="http://schemas.microsoft.com/office/drawing/2014/main" id="{5D28E3D3-1E04-4B85-9271-87EE32A85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4993" y="410554"/>
            <a:ext cx="889213" cy="890618"/>
          </a:xfrm>
          <a:prstGeom prst="rect">
            <a:avLst/>
          </a:prstGeom>
        </p:spPr>
      </p:pic>
      <p:pic>
        <p:nvPicPr>
          <p:cNvPr id="246" name="Gráfico 245">
            <a:extLst>
              <a:ext uri="{FF2B5EF4-FFF2-40B4-BE49-F238E27FC236}">
                <a16:creationId xmlns:a16="http://schemas.microsoft.com/office/drawing/2014/main" id="{A95C1422-5DAE-4490-AD17-858807931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5037" y="2519434"/>
            <a:ext cx="254271" cy="254271"/>
          </a:xfrm>
          <a:prstGeom prst="rect">
            <a:avLst/>
          </a:prstGeom>
        </p:spPr>
      </p:pic>
      <p:pic>
        <p:nvPicPr>
          <p:cNvPr id="247" name="Gráfico 246">
            <a:extLst>
              <a:ext uri="{FF2B5EF4-FFF2-40B4-BE49-F238E27FC236}">
                <a16:creationId xmlns:a16="http://schemas.microsoft.com/office/drawing/2014/main" id="{50733761-50D4-42C5-BFF5-89D33D661F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2276" y="2519434"/>
            <a:ext cx="254271" cy="254271"/>
          </a:xfrm>
          <a:prstGeom prst="rect">
            <a:avLst/>
          </a:prstGeom>
        </p:spPr>
      </p:pic>
      <p:pic>
        <p:nvPicPr>
          <p:cNvPr id="248" name="Gráfico 247">
            <a:extLst>
              <a:ext uri="{FF2B5EF4-FFF2-40B4-BE49-F238E27FC236}">
                <a16:creationId xmlns:a16="http://schemas.microsoft.com/office/drawing/2014/main" id="{0395F24E-4B7B-4DFA-B4AE-7D7E03F6B7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85393" y="2519434"/>
            <a:ext cx="254271" cy="254271"/>
          </a:xfrm>
          <a:prstGeom prst="rect">
            <a:avLst/>
          </a:prstGeom>
        </p:spPr>
      </p:pic>
      <p:pic>
        <p:nvPicPr>
          <p:cNvPr id="249" name="Gráfico 248">
            <a:extLst>
              <a:ext uri="{FF2B5EF4-FFF2-40B4-BE49-F238E27FC236}">
                <a16:creationId xmlns:a16="http://schemas.microsoft.com/office/drawing/2014/main" id="{FD197DAE-FB37-4D2F-861B-EB9CF7F82D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81875" y="2519434"/>
            <a:ext cx="254271" cy="254271"/>
          </a:xfrm>
          <a:prstGeom prst="rect">
            <a:avLst/>
          </a:prstGeom>
        </p:spPr>
      </p:pic>
      <p:pic>
        <p:nvPicPr>
          <p:cNvPr id="250" name="Gráfico 249">
            <a:extLst>
              <a:ext uri="{FF2B5EF4-FFF2-40B4-BE49-F238E27FC236}">
                <a16:creationId xmlns:a16="http://schemas.microsoft.com/office/drawing/2014/main" id="{C1733C3B-ADF6-4BB5-B297-8EA0FC354C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12234" y="2519434"/>
            <a:ext cx="254271" cy="254271"/>
          </a:xfrm>
          <a:prstGeom prst="rect">
            <a:avLst/>
          </a:prstGeom>
        </p:spPr>
      </p:pic>
      <p:pic>
        <p:nvPicPr>
          <p:cNvPr id="251" name="Gráfico 250">
            <a:extLst>
              <a:ext uri="{FF2B5EF4-FFF2-40B4-BE49-F238E27FC236}">
                <a16:creationId xmlns:a16="http://schemas.microsoft.com/office/drawing/2014/main" id="{BF0C3C6F-86DC-4591-B7B2-C84CD7F9E7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61981" y="2519434"/>
            <a:ext cx="254271" cy="254271"/>
          </a:xfrm>
          <a:prstGeom prst="rect">
            <a:avLst/>
          </a:prstGeom>
        </p:spPr>
      </p:pic>
      <p:pic>
        <p:nvPicPr>
          <p:cNvPr id="252" name="Gráfico 251">
            <a:extLst>
              <a:ext uri="{FF2B5EF4-FFF2-40B4-BE49-F238E27FC236}">
                <a16:creationId xmlns:a16="http://schemas.microsoft.com/office/drawing/2014/main" id="{B6938DE9-0849-4378-8A47-630EF5611E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8723" y="5368893"/>
            <a:ext cx="255600" cy="255600"/>
          </a:xfrm>
          <a:prstGeom prst="rect">
            <a:avLst/>
          </a:prstGeom>
        </p:spPr>
      </p:pic>
      <p:pic>
        <p:nvPicPr>
          <p:cNvPr id="253" name="Gráfico 252">
            <a:extLst>
              <a:ext uri="{FF2B5EF4-FFF2-40B4-BE49-F238E27FC236}">
                <a16:creationId xmlns:a16="http://schemas.microsoft.com/office/drawing/2014/main" id="{7430E1C3-EB0B-40BC-A1D7-8C1D383C9F3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18078" y="5368893"/>
            <a:ext cx="255600" cy="255600"/>
          </a:xfrm>
          <a:prstGeom prst="rect">
            <a:avLst/>
          </a:prstGeom>
        </p:spPr>
      </p:pic>
      <p:pic>
        <p:nvPicPr>
          <p:cNvPr id="254" name="Gráfico 253">
            <a:extLst>
              <a:ext uri="{FF2B5EF4-FFF2-40B4-BE49-F238E27FC236}">
                <a16:creationId xmlns:a16="http://schemas.microsoft.com/office/drawing/2014/main" id="{A9C58AB6-F7FC-4650-8C63-775AEA345D2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608318" y="5368893"/>
            <a:ext cx="255600" cy="255600"/>
          </a:xfrm>
          <a:prstGeom prst="rect">
            <a:avLst/>
          </a:prstGeom>
        </p:spPr>
      </p:pic>
      <p:pic>
        <p:nvPicPr>
          <p:cNvPr id="256" name="Gráfico 255">
            <a:extLst>
              <a:ext uri="{FF2B5EF4-FFF2-40B4-BE49-F238E27FC236}">
                <a16:creationId xmlns:a16="http://schemas.microsoft.com/office/drawing/2014/main" id="{F98C637C-6891-4717-B9E2-EEE1D3BF038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98558" y="5368893"/>
            <a:ext cx="255600" cy="255600"/>
          </a:xfrm>
          <a:prstGeom prst="rect">
            <a:avLst/>
          </a:prstGeom>
        </p:spPr>
      </p:pic>
      <p:pic>
        <p:nvPicPr>
          <p:cNvPr id="257" name="Gráfico 256">
            <a:extLst>
              <a:ext uri="{FF2B5EF4-FFF2-40B4-BE49-F238E27FC236}">
                <a16:creationId xmlns:a16="http://schemas.microsoft.com/office/drawing/2014/main" id="{72E8D498-23ED-4206-8E39-5616AADA256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938530" y="3830232"/>
            <a:ext cx="288000" cy="288000"/>
          </a:xfrm>
          <a:prstGeom prst="rect">
            <a:avLst/>
          </a:prstGeom>
        </p:spPr>
      </p:pic>
      <p:pic>
        <p:nvPicPr>
          <p:cNvPr id="258" name="Gráfico 257">
            <a:extLst>
              <a:ext uri="{FF2B5EF4-FFF2-40B4-BE49-F238E27FC236}">
                <a16:creationId xmlns:a16="http://schemas.microsoft.com/office/drawing/2014/main" id="{D3B3B224-0EB9-45E6-B06B-776A3157151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987576" y="3838017"/>
            <a:ext cx="288000" cy="288000"/>
          </a:xfrm>
          <a:prstGeom prst="rect">
            <a:avLst/>
          </a:prstGeom>
        </p:spPr>
      </p:pic>
      <p:pic>
        <p:nvPicPr>
          <p:cNvPr id="259" name="Gráfico 258">
            <a:extLst>
              <a:ext uri="{FF2B5EF4-FFF2-40B4-BE49-F238E27FC236}">
                <a16:creationId xmlns:a16="http://schemas.microsoft.com/office/drawing/2014/main" id="{D2E1D366-4A2D-4E4A-91DD-34F70EB9712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917578" y="3835197"/>
            <a:ext cx="288000" cy="288000"/>
          </a:xfrm>
          <a:prstGeom prst="rect">
            <a:avLst/>
          </a:prstGeom>
        </p:spPr>
      </p:pic>
      <p:sp>
        <p:nvSpPr>
          <p:cNvPr id="260" name="Elipse 259">
            <a:extLst>
              <a:ext uri="{FF2B5EF4-FFF2-40B4-BE49-F238E27FC236}">
                <a16:creationId xmlns:a16="http://schemas.microsoft.com/office/drawing/2014/main" id="{85A4879C-A37D-4039-AA55-2D0AFDDAF954}"/>
              </a:ext>
            </a:extLst>
          </p:cNvPr>
          <p:cNvSpPr/>
          <p:nvPr/>
        </p:nvSpPr>
        <p:spPr>
          <a:xfrm>
            <a:off x="607969" y="4452525"/>
            <a:ext cx="36000" cy="3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61" name="Gráfico 260">
            <a:extLst>
              <a:ext uri="{FF2B5EF4-FFF2-40B4-BE49-F238E27FC236}">
                <a16:creationId xmlns:a16="http://schemas.microsoft.com/office/drawing/2014/main" id="{9740B1F7-ADCA-4EB8-8BFA-DA3A3375AC4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880072" y="5368893"/>
            <a:ext cx="255600" cy="255600"/>
          </a:xfrm>
          <a:prstGeom prst="rect">
            <a:avLst/>
          </a:prstGeom>
        </p:spPr>
      </p:pic>
      <p:pic>
        <p:nvPicPr>
          <p:cNvPr id="262" name="Gráfico 261">
            <a:extLst>
              <a:ext uri="{FF2B5EF4-FFF2-40B4-BE49-F238E27FC236}">
                <a16:creationId xmlns:a16="http://schemas.microsoft.com/office/drawing/2014/main" id="{F8E044ED-FAA5-4B6A-A42E-D0267B54D88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753215" y="5368893"/>
            <a:ext cx="255600" cy="255600"/>
          </a:xfrm>
          <a:prstGeom prst="rect">
            <a:avLst/>
          </a:prstGeom>
        </p:spPr>
      </p:pic>
      <p:pic>
        <p:nvPicPr>
          <p:cNvPr id="263" name="Gráfico 262">
            <a:extLst>
              <a:ext uri="{FF2B5EF4-FFF2-40B4-BE49-F238E27FC236}">
                <a16:creationId xmlns:a16="http://schemas.microsoft.com/office/drawing/2014/main" id="{10067B26-B20E-48E4-8F40-E522035C102E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460221" y="5368893"/>
            <a:ext cx="255600" cy="255600"/>
          </a:xfrm>
          <a:prstGeom prst="rect">
            <a:avLst/>
          </a:prstGeom>
        </p:spPr>
      </p:pic>
      <p:pic>
        <p:nvPicPr>
          <p:cNvPr id="264" name="Gráfico 263">
            <a:extLst>
              <a:ext uri="{FF2B5EF4-FFF2-40B4-BE49-F238E27FC236}">
                <a16:creationId xmlns:a16="http://schemas.microsoft.com/office/drawing/2014/main" id="{60B97320-4E88-4C3F-B0C9-E7C949561265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594846" y="5368893"/>
            <a:ext cx="255600" cy="255600"/>
          </a:xfrm>
          <a:prstGeom prst="rect">
            <a:avLst/>
          </a:prstGeom>
        </p:spPr>
      </p:pic>
      <p:pic>
        <p:nvPicPr>
          <p:cNvPr id="265" name="Gráfico 264">
            <a:extLst>
              <a:ext uri="{FF2B5EF4-FFF2-40B4-BE49-F238E27FC236}">
                <a16:creationId xmlns:a16="http://schemas.microsoft.com/office/drawing/2014/main" id="{B20535A8-0244-4CCC-B753-F3916A061A0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050777" y="5368893"/>
            <a:ext cx="255600" cy="255600"/>
          </a:xfrm>
          <a:prstGeom prst="rect">
            <a:avLst/>
          </a:prstGeom>
        </p:spPr>
      </p:pic>
      <p:pic>
        <p:nvPicPr>
          <p:cNvPr id="266" name="Gráfico 265">
            <a:extLst>
              <a:ext uri="{FF2B5EF4-FFF2-40B4-BE49-F238E27FC236}">
                <a16:creationId xmlns:a16="http://schemas.microsoft.com/office/drawing/2014/main" id="{7E6BE003-A6CA-4EEB-8A59-13D13E8A3BAE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960225" y="5368893"/>
            <a:ext cx="255600" cy="255600"/>
          </a:xfrm>
          <a:prstGeom prst="rect">
            <a:avLst/>
          </a:prstGeom>
        </p:spPr>
      </p:pic>
      <p:pic>
        <p:nvPicPr>
          <p:cNvPr id="267" name="Gráfico 266">
            <a:extLst>
              <a:ext uri="{FF2B5EF4-FFF2-40B4-BE49-F238E27FC236}">
                <a16:creationId xmlns:a16="http://schemas.microsoft.com/office/drawing/2014/main" id="{D0D0A9B4-B5A1-4180-8F14-9961F2EAABE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853298" y="5368893"/>
            <a:ext cx="255600" cy="255600"/>
          </a:xfrm>
          <a:prstGeom prst="rect">
            <a:avLst/>
          </a:prstGeom>
        </p:spPr>
      </p:pic>
      <p:sp>
        <p:nvSpPr>
          <p:cNvPr id="269" name="Elipse 268">
            <a:extLst>
              <a:ext uri="{FF2B5EF4-FFF2-40B4-BE49-F238E27FC236}">
                <a16:creationId xmlns:a16="http://schemas.microsoft.com/office/drawing/2014/main" id="{428F9F1A-29F3-451F-87ED-278EF847D73F}"/>
              </a:ext>
            </a:extLst>
          </p:cNvPr>
          <p:cNvSpPr/>
          <p:nvPr/>
        </p:nvSpPr>
        <p:spPr>
          <a:xfrm>
            <a:off x="11108898" y="4287483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0" name="Elipse 269">
            <a:extLst>
              <a:ext uri="{FF2B5EF4-FFF2-40B4-BE49-F238E27FC236}">
                <a16:creationId xmlns:a16="http://schemas.microsoft.com/office/drawing/2014/main" id="{DAD2CDA8-E300-4AAE-B4BB-98829CCB034D}"/>
              </a:ext>
            </a:extLst>
          </p:cNvPr>
          <p:cNvSpPr/>
          <p:nvPr/>
        </p:nvSpPr>
        <p:spPr>
          <a:xfrm>
            <a:off x="7864886" y="1800875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1" name="Elipse 270">
            <a:extLst>
              <a:ext uri="{FF2B5EF4-FFF2-40B4-BE49-F238E27FC236}">
                <a16:creationId xmlns:a16="http://schemas.microsoft.com/office/drawing/2014/main" id="{5E7B8021-B0D6-48C0-B128-9FB08D24B411}"/>
              </a:ext>
            </a:extLst>
          </p:cNvPr>
          <p:cNvSpPr/>
          <p:nvPr/>
        </p:nvSpPr>
        <p:spPr>
          <a:xfrm>
            <a:off x="7809931" y="6524790"/>
            <a:ext cx="36000" cy="36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73" name="Conector recto 272">
            <a:extLst>
              <a:ext uri="{FF2B5EF4-FFF2-40B4-BE49-F238E27FC236}">
                <a16:creationId xmlns:a16="http://schemas.microsoft.com/office/drawing/2014/main" id="{FE790EC4-0F04-4337-9989-D2F601D80725}"/>
              </a:ext>
            </a:extLst>
          </p:cNvPr>
          <p:cNvCxnSpPr>
            <a:cxnSpLocks/>
          </p:cNvCxnSpPr>
          <p:nvPr/>
        </p:nvCxnSpPr>
        <p:spPr>
          <a:xfrm flipV="1">
            <a:off x="10082530" y="4351785"/>
            <a:ext cx="0" cy="37086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3881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áfico 10">
            <a:extLst>
              <a:ext uri="{FF2B5EF4-FFF2-40B4-BE49-F238E27FC236}">
                <a16:creationId xmlns:a16="http://schemas.microsoft.com/office/drawing/2014/main" id="{9F789BC8-E978-44E6-B3F9-CC8D343AA322}"/>
              </a:ext>
            </a:extLst>
          </p:cNvPr>
          <p:cNvSpPr/>
          <p:nvPr/>
        </p:nvSpPr>
        <p:spPr>
          <a:xfrm>
            <a:off x="5892130" y="469247"/>
            <a:ext cx="493143" cy="493143"/>
          </a:xfrm>
          <a:custGeom>
            <a:avLst/>
            <a:gdLst>
              <a:gd name="connsiteX0" fmla="*/ 751157 w 751157"/>
              <a:gd name="connsiteY0" fmla="*/ 375579 h 751157"/>
              <a:gd name="connsiteX1" fmla="*/ 375579 w 751157"/>
              <a:gd name="connsiteY1" fmla="*/ 751157 h 751157"/>
              <a:gd name="connsiteX2" fmla="*/ 0 w 751157"/>
              <a:gd name="connsiteY2" fmla="*/ 375579 h 751157"/>
              <a:gd name="connsiteX3" fmla="*/ 375579 w 751157"/>
              <a:gd name="connsiteY3" fmla="*/ 0 h 751157"/>
              <a:gd name="connsiteX4" fmla="*/ 751157 w 751157"/>
              <a:gd name="connsiteY4" fmla="*/ 375579 h 751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1157" h="751157">
                <a:moveTo>
                  <a:pt x="751157" y="375579"/>
                </a:moveTo>
                <a:cubicBezTo>
                  <a:pt x="751157" y="583005"/>
                  <a:pt x="583005" y="751157"/>
                  <a:pt x="375579" y="751157"/>
                </a:cubicBezTo>
                <a:cubicBezTo>
                  <a:pt x="168152" y="751157"/>
                  <a:pt x="0" y="583005"/>
                  <a:pt x="0" y="375579"/>
                </a:cubicBezTo>
                <a:cubicBezTo>
                  <a:pt x="0" y="168152"/>
                  <a:pt x="168152" y="0"/>
                  <a:pt x="375579" y="0"/>
                </a:cubicBezTo>
                <a:cubicBezTo>
                  <a:pt x="583005" y="0"/>
                  <a:pt x="751157" y="168152"/>
                  <a:pt x="751157" y="375579"/>
                </a:cubicBezTo>
                <a:close/>
              </a:path>
            </a:pathLst>
          </a:custGeom>
          <a:noFill/>
          <a:ln w="9525" cap="flat">
            <a:solidFill>
              <a:schemeClr val="accent6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594C723-C5F0-42A9-981B-8C3E7F4CB6A2}"/>
              </a:ext>
            </a:extLst>
          </p:cNvPr>
          <p:cNvSpPr txBox="1"/>
          <p:nvPr/>
        </p:nvSpPr>
        <p:spPr>
          <a:xfrm>
            <a:off x="5789278" y="1030051"/>
            <a:ext cx="701580" cy="306467"/>
          </a:xfrm>
          <a:prstGeom prst="roundRect">
            <a:avLst/>
          </a:prstGeom>
          <a:solidFill>
            <a:schemeClr val="accent3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00">
                <a:solidFill>
                  <a:srgbClr val="FFFFFF"/>
                </a:solidFill>
                <a:latin typeface="+mj-lt"/>
              </a:rPr>
              <a:t>WAF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86B997A-4B77-43B5-8B3D-28A45796A283}"/>
              </a:ext>
            </a:extLst>
          </p:cNvPr>
          <p:cNvSpPr/>
          <p:nvPr/>
        </p:nvSpPr>
        <p:spPr>
          <a:xfrm>
            <a:off x="3790374" y="2748117"/>
            <a:ext cx="4690655" cy="809398"/>
          </a:xfrm>
          <a:prstGeom prst="roundRect">
            <a:avLst>
              <a:gd name="adj" fmla="val 10642"/>
            </a:avLst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71C1F8A-30EB-461D-A02F-AA6A3F859466}"/>
              </a:ext>
            </a:extLst>
          </p:cNvPr>
          <p:cNvCxnSpPr>
            <a:cxnSpLocks/>
            <a:stCxn id="17" idx="3"/>
            <a:endCxn id="4" idx="2"/>
          </p:cNvCxnSpPr>
          <p:nvPr/>
        </p:nvCxnSpPr>
        <p:spPr>
          <a:xfrm flipV="1">
            <a:off x="6118877" y="3557515"/>
            <a:ext cx="16825" cy="558356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C2943A-AE3C-4907-B041-F79C01E2B91F}"/>
              </a:ext>
            </a:extLst>
          </p:cNvPr>
          <p:cNvCxnSpPr>
            <a:cxnSpLocks/>
            <a:stCxn id="4" idx="0"/>
            <a:endCxn id="11" idx="2"/>
          </p:cNvCxnSpPr>
          <p:nvPr/>
        </p:nvCxnSpPr>
        <p:spPr>
          <a:xfrm flipH="1" flipV="1">
            <a:off x="6133990" y="2418744"/>
            <a:ext cx="1712" cy="329373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5E779DF-E88F-43C2-941C-D6101816ACE2}"/>
              </a:ext>
            </a:extLst>
          </p:cNvPr>
          <p:cNvSpPr txBox="1"/>
          <p:nvPr/>
        </p:nvSpPr>
        <p:spPr>
          <a:xfrm>
            <a:off x="3936658" y="2978700"/>
            <a:ext cx="14122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err="1"/>
              <a:t>Engine</a:t>
            </a:r>
            <a:r>
              <a:rPr lang="es-ES" sz="1100"/>
              <a:t> conversacional 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C556513-5F4D-4C03-9EA3-B47E1579C835}"/>
              </a:ext>
            </a:extLst>
          </p:cNvPr>
          <p:cNvSpPr txBox="1"/>
          <p:nvPr/>
        </p:nvSpPr>
        <p:spPr>
          <a:xfrm>
            <a:off x="5381820" y="2978700"/>
            <a:ext cx="14488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err="1"/>
              <a:t>Engine</a:t>
            </a:r>
            <a:r>
              <a:rPr lang="es-ES" sz="1100"/>
              <a:t> conversacional 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F8F56B-4B30-40CE-9B96-0772397ADF9F}"/>
              </a:ext>
            </a:extLst>
          </p:cNvPr>
          <p:cNvSpPr txBox="1"/>
          <p:nvPr/>
        </p:nvSpPr>
        <p:spPr>
          <a:xfrm>
            <a:off x="7014033" y="2978700"/>
            <a:ext cx="14669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err="1"/>
              <a:t>Engine</a:t>
            </a:r>
            <a:r>
              <a:rPr lang="es-ES" sz="1100"/>
              <a:t> conversacional N</a:t>
            </a:r>
          </a:p>
        </p:txBody>
      </p:sp>
      <p:sp>
        <p:nvSpPr>
          <p:cNvPr id="10" name="Gráfico 10">
            <a:extLst>
              <a:ext uri="{FF2B5EF4-FFF2-40B4-BE49-F238E27FC236}">
                <a16:creationId xmlns:a16="http://schemas.microsoft.com/office/drawing/2014/main" id="{09DF79E0-4F75-474C-BF5B-3981C9DAF080}"/>
              </a:ext>
            </a:extLst>
          </p:cNvPr>
          <p:cNvSpPr/>
          <p:nvPr/>
        </p:nvSpPr>
        <p:spPr>
          <a:xfrm>
            <a:off x="5892129" y="1547645"/>
            <a:ext cx="493143" cy="493143"/>
          </a:xfrm>
          <a:custGeom>
            <a:avLst/>
            <a:gdLst>
              <a:gd name="connsiteX0" fmla="*/ 751157 w 751157"/>
              <a:gd name="connsiteY0" fmla="*/ 375579 h 751157"/>
              <a:gd name="connsiteX1" fmla="*/ 375579 w 751157"/>
              <a:gd name="connsiteY1" fmla="*/ 751157 h 751157"/>
              <a:gd name="connsiteX2" fmla="*/ 0 w 751157"/>
              <a:gd name="connsiteY2" fmla="*/ 375579 h 751157"/>
              <a:gd name="connsiteX3" fmla="*/ 375579 w 751157"/>
              <a:gd name="connsiteY3" fmla="*/ 0 h 751157"/>
              <a:gd name="connsiteX4" fmla="*/ 751157 w 751157"/>
              <a:gd name="connsiteY4" fmla="*/ 375579 h 751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1157" h="751157">
                <a:moveTo>
                  <a:pt x="751157" y="375579"/>
                </a:moveTo>
                <a:cubicBezTo>
                  <a:pt x="751157" y="583005"/>
                  <a:pt x="583005" y="751157"/>
                  <a:pt x="375579" y="751157"/>
                </a:cubicBezTo>
                <a:cubicBezTo>
                  <a:pt x="168152" y="751157"/>
                  <a:pt x="0" y="583005"/>
                  <a:pt x="0" y="375579"/>
                </a:cubicBezTo>
                <a:cubicBezTo>
                  <a:pt x="0" y="168152"/>
                  <a:pt x="168152" y="0"/>
                  <a:pt x="375579" y="0"/>
                </a:cubicBezTo>
                <a:cubicBezTo>
                  <a:pt x="583005" y="0"/>
                  <a:pt x="751157" y="168152"/>
                  <a:pt x="751157" y="375579"/>
                </a:cubicBezTo>
                <a:close/>
              </a:path>
            </a:pathLst>
          </a:custGeom>
          <a:noFill/>
          <a:ln w="9525" cap="flat">
            <a:solidFill>
              <a:schemeClr val="accent6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01CD303-D403-4096-893C-0843B59EB965}"/>
              </a:ext>
            </a:extLst>
          </p:cNvPr>
          <p:cNvSpPr txBox="1"/>
          <p:nvPr/>
        </p:nvSpPr>
        <p:spPr>
          <a:xfrm>
            <a:off x="5770556" y="2112277"/>
            <a:ext cx="726868" cy="306467"/>
          </a:xfrm>
          <a:prstGeom prst="roundRect">
            <a:avLst/>
          </a:prstGeom>
          <a:solidFill>
            <a:schemeClr val="accent4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00">
                <a:solidFill>
                  <a:srgbClr val="FFFFFF"/>
                </a:solidFill>
                <a:latin typeface="+mj-lt"/>
              </a:rPr>
              <a:t>ALB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4E1B7B1-EEEC-4856-8AF5-5E197CD94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24400" y="1691913"/>
            <a:ext cx="228600" cy="2286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4571CA0F-E974-4BB7-B1F9-0FB692151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3405" y="612859"/>
            <a:ext cx="228600" cy="228600"/>
          </a:xfrm>
          <a:prstGeom prst="rect">
            <a:avLst/>
          </a:prstGeom>
        </p:spPr>
      </p:pic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91A3781-F6D2-4335-AE9C-C971E2537D2E}"/>
              </a:ext>
            </a:extLst>
          </p:cNvPr>
          <p:cNvCxnSpPr>
            <a:cxnSpLocks/>
            <a:stCxn id="10" idx="3"/>
            <a:endCxn id="3" idx="2"/>
          </p:cNvCxnSpPr>
          <p:nvPr/>
        </p:nvCxnSpPr>
        <p:spPr>
          <a:xfrm flipV="1">
            <a:off x="6138701" y="1336518"/>
            <a:ext cx="1367" cy="211127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F96BC80-2375-4FAB-8B73-49DD06368843}"/>
              </a:ext>
            </a:extLst>
          </p:cNvPr>
          <p:cNvSpPr txBox="1"/>
          <p:nvPr/>
        </p:nvSpPr>
        <p:spPr>
          <a:xfrm>
            <a:off x="1692923" y="5295750"/>
            <a:ext cx="16391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/>
              <a:t>Proveedores </a:t>
            </a:r>
            <a:r>
              <a:rPr lang="es-ES" sz="1100" err="1"/>
              <a:t>LLMs</a:t>
            </a:r>
            <a:endParaRPr lang="es-ES" sz="1100"/>
          </a:p>
        </p:txBody>
      </p:sp>
      <p:sp>
        <p:nvSpPr>
          <p:cNvPr id="16" name="Gráfico 10">
            <a:extLst>
              <a:ext uri="{FF2B5EF4-FFF2-40B4-BE49-F238E27FC236}">
                <a16:creationId xmlns:a16="http://schemas.microsoft.com/office/drawing/2014/main" id="{F5B4B5C0-C1FA-47B4-8A24-D6EAEE3C4D44}"/>
              </a:ext>
            </a:extLst>
          </p:cNvPr>
          <p:cNvSpPr/>
          <p:nvPr/>
        </p:nvSpPr>
        <p:spPr>
          <a:xfrm>
            <a:off x="2287306" y="4115871"/>
            <a:ext cx="493143" cy="493143"/>
          </a:xfrm>
          <a:custGeom>
            <a:avLst/>
            <a:gdLst>
              <a:gd name="connsiteX0" fmla="*/ 751157 w 751157"/>
              <a:gd name="connsiteY0" fmla="*/ 375579 h 751157"/>
              <a:gd name="connsiteX1" fmla="*/ 375579 w 751157"/>
              <a:gd name="connsiteY1" fmla="*/ 751157 h 751157"/>
              <a:gd name="connsiteX2" fmla="*/ 0 w 751157"/>
              <a:gd name="connsiteY2" fmla="*/ 375579 h 751157"/>
              <a:gd name="connsiteX3" fmla="*/ 375579 w 751157"/>
              <a:gd name="connsiteY3" fmla="*/ 0 h 751157"/>
              <a:gd name="connsiteX4" fmla="*/ 751157 w 751157"/>
              <a:gd name="connsiteY4" fmla="*/ 375579 h 751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1157" h="751157">
                <a:moveTo>
                  <a:pt x="751157" y="375579"/>
                </a:moveTo>
                <a:cubicBezTo>
                  <a:pt x="751157" y="583005"/>
                  <a:pt x="583005" y="751157"/>
                  <a:pt x="375579" y="751157"/>
                </a:cubicBezTo>
                <a:cubicBezTo>
                  <a:pt x="168152" y="751157"/>
                  <a:pt x="0" y="583005"/>
                  <a:pt x="0" y="375579"/>
                </a:cubicBezTo>
                <a:cubicBezTo>
                  <a:pt x="0" y="168152"/>
                  <a:pt x="168152" y="0"/>
                  <a:pt x="375579" y="0"/>
                </a:cubicBezTo>
                <a:cubicBezTo>
                  <a:pt x="583005" y="0"/>
                  <a:pt x="751157" y="168152"/>
                  <a:pt x="751157" y="375579"/>
                </a:cubicBezTo>
                <a:close/>
              </a:path>
            </a:pathLst>
          </a:custGeom>
          <a:noFill/>
          <a:ln w="9525" cap="flat">
            <a:solidFill>
              <a:schemeClr val="accent6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17" name="Gráfico 10">
            <a:extLst>
              <a:ext uri="{FF2B5EF4-FFF2-40B4-BE49-F238E27FC236}">
                <a16:creationId xmlns:a16="http://schemas.microsoft.com/office/drawing/2014/main" id="{A08E3931-A674-4E28-AC2D-8B4BE6DF6EEE}"/>
              </a:ext>
            </a:extLst>
          </p:cNvPr>
          <p:cNvSpPr/>
          <p:nvPr/>
        </p:nvSpPr>
        <p:spPr>
          <a:xfrm>
            <a:off x="5872305" y="4115871"/>
            <a:ext cx="493143" cy="493143"/>
          </a:xfrm>
          <a:custGeom>
            <a:avLst/>
            <a:gdLst>
              <a:gd name="connsiteX0" fmla="*/ 751157 w 751157"/>
              <a:gd name="connsiteY0" fmla="*/ 375579 h 751157"/>
              <a:gd name="connsiteX1" fmla="*/ 375579 w 751157"/>
              <a:gd name="connsiteY1" fmla="*/ 751157 h 751157"/>
              <a:gd name="connsiteX2" fmla="*/ 0 w 751157"/>
              <a:gd name="connsiteY2" fmla="*/ 375579 h 751157"/>
              <a:gd name="connsiteX3" fmla="*/ 375579 w 751157"/>
              <a:gd name="connsiteY3" fmla="*/ 0 h 751157"/>
              <a:gd name="connsiteX4" fmla="*/ 751157 w 751157"/>
              <a:gd name="connsiteY4" fmla="*/ 375579 h 751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1157" h="751157">
                <a:moveTo>
                  <a:pt x="751157" y="375579"/>
                </a:moveTo>
                <a:cubicBezTo>
                  <a:pt x="751157" y="583005"/>
                  <a:pt x="583005" y="751157"/>
                  <a:pt x="375579" y="751157"/>
                </a:cubicBezTo>
                <a:cubicBezTo>
                  <a:pt x="168152" y="751157"/>
                  <a:pt x="0" y="583005"/>
                  <a:pt x="0" y="375579"/>
                </a:cubicBezTo>
                <a:cubicBezTo>
                  <a:pt x="0" y="168152"/>
                  <a:pt x="168152" y="0"/>
                  <a:pt x="375579" y="0"/>
                </a:cubicBezTo>
                <a:cubicBezTo>
                  <a:pt x="583005" y="0"/>
                  <a:pt x="751157" y="168152"/>
                  <a:pt x="751157" y="375579"/>
                </a:cubicBezTo>
                <a:close/>
              </a:path>
            </a:pathLst>
          </a:custGeom>
          <a:noFill/>
          <a:ln w="9525" cap="flat">
            <a:solidFill>
              <a:schemeClr val="accent6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sp>
        <p:nvSpPr>
          <p:cNvPr id="18" name="Gráfico 10">
            <a:extLst>
              <a:ext uri="{FF2B5EF4-FFF2-40B4-BE49-F238E27FC236}">
                <a16:creationId xmlns:a16="http://schemas.microsoft.com/office/drawing/2014/main" id="{040FE8D8-3460-4721-8B9C-82A84000CB94}"/>
              </a:ext>
            </a:extLst>
          </p:cNvPr>
          <p:cNvSpPr/>
          <p:nvPr/>
        </p:nvSpPr>
        <p:spPr>
          <a:xfrm>
            <a:off x="9457304" y="4100068"/>
            <a:ext cx="493143" cy="493143"/>
          </a:xfrm>
          <a:custGeom>
            <a:avLst/>
            <a:gdLst>
              <a:gd name="connsiteX0" fmla="*/ 751157 w 751157"/>
              <a:gd name="connsiteY0" fmla="*/ 375579 h 751157"/>
              <a:gd name="connsiteX1" fmla="*/ 375579 w 751157"/>
              <a:gd name="connsiteY1" fmla="*/ 751157 h 751157"/>
              <a:gd name="connsiteX2" fmla="*/ 0 w 751157"/>
              <a:gd name="connsiteY2" fmla="*/ 375579 h 751157"/>
              <a:gd name="connsiteX3" fmla="*/ 375579 w 751157"/>
              <a:gd name="connsiteY3" fmla="*/ 0 h 751157"/>
              <a:gd name="connsiteX4" fmla="*/ 751157 w 751157"/>
              <a:gd name="connsiteY4" fmla="*/ 375579 h 751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1157" h="751157">
                <a:moveTo>
                  <a:pt x="751157" y="375579"/>
                </a:moveTo>
                <a:cubicBezTo>
                  <a:pt x="751157" y="583005"/>
                  <a:pt x="583005" y="751157"/>
                  <a:pt x="375579" y="751157"/>
                </a:cubicBezTo>
                <a:cubicBezTo>
                  <a:pt x="168152" y="751157"/>
                  <a:pt x="0" y="583005"/>
                  <a:pt x="0" y="375579"/>
                </a:cubicBezTo>
                <a:cubicBezTo>
                  <a:pt x="0" y="168152"/>
                  <a:pt x="168152" y="0"/>
                  <a:pt x="375579" y="0"/>
                </a:cubicBezTo>
                <a:cubicBezTo>
                  <a:pt x="583005" y="0"/>
                  <a:pt x="751157" y="168152"/>
                  <a:pt x="751157" y="375579"/>
                </a:cubicBezTo>
                <a:close/>
              </a:path>
            </a:pathLst>
          </a:custGeom>
          <a:noFill/>
          <a:ln w="9525" cap="flat">
            <a:solidFill>
              <a:schemeClr val="accent6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6C80D6D0-352A-49DF-93F5-77B058604A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19578" y="4259849"/>
            <a:ext cx="228600" cy="228600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4B88A2DA-8CCC-404B-8398-D30C7FA121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09602" y="4259099"/>
            <a:ext cx="228600" cy="22860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AD5E7199-F381-4437-98ED-2DCE668E27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02275" y="4239589"/>
            <a:ext cx="228600" cy="228600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E8833EBC-1777-4447-80A7-522DECC208B5}"/>
              </a:ext>
            </a:extLst>
          </p:cNvPr>
          <p:cNvSpPr txBox="1"/>
          <p:nvPr/>
        </p:nvSpPr>
        <p:spPr>
          <a:xfrm>
            <a:off x="5313209" y="2620924"/>
            <a:ext cx="1630891" cy="306467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00" err="1">
                <a:solidFill>
                  <a:srgbClr val="FFFFFF"/>
                </a:solidFill>
                <a:latin typeface="+mj-lt"/>
              </a:rPr>
              <a:t>Kubernetes</a:t>
            </a:r>
            <a:r>
              <a:rPr lang="es-ES" sz="1200">
                <a:solidFill>
                  <a:srgbClr val="FFFFFF"/>
                </a:solidFill>
                <a:latin typeface="+mj-lt"/>
              </a:rPr>
              <a:t> (AWS)</a:t>
            </a:r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6F1112B4-0444-4539-BED5-0251C9AA73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21203" y="3075642"/>
            <a:ext cx="228600" cy="228600"/>
          </a:xfrm>
          <a:prstGeom prst="rect">
            <a:avLst/>
          </a:prstGeom>
        </p:spPr>
      </p:pic>
      <p:sp>
        <p:nvSpPr>
          <p:cNvPr id="24" name="Abrir corchete 23">
            <a:extLst>
              <a:ext uri="{FF2B5EF4-FFF2-40B4-BE49-F238E27FC236}">
                <a16:creationId xmlns:a16="http://schemas.microsoft.com/office/drawing/2014/main" id="{CE6BC062-CA8B-4B1D-B17A-1DC2FA8496CB}"/>
              </a:ext>
            </a:extLst>
          </p:cNvPr>
          <p:cNvSpPr/>
          <p:nvPr/>
        </p:nvSpPr>
        <p:spPr>
          <a:xfrm rot="5400000">
            <a:off x="6002195" y="408761"/>
            <a:ext cx="236093" cy="7169722"/>
          </a:xfrm>
          <a:prstGeom prst="leftBracket">
            <a:avLst>
              <a:gd name="adj" fmla="val 0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B3C9F66-3828-48C5-85B0-9EE4E73A8A92}"/>
              </a:ext>
            </a:extLst>
          </p:cNvPr>
          <p:cNvSpPr/>
          <p:nvPr/>
        </p:nvSpPr>
        <p:spPr>
          <a:xfrm>
            <a:off x="8228366" y="5586156"/>
            <a:ext cx="1369244" cy="496771"/>
          </a:xfrm>
          <a:prstGeom prst="roundRect">
            <a:avLst>
              <a:gd name="adj" fmla="val 10642"/>
            </a:avLst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D5CDAC3-B5FB-4B12-964F-1FB080EA9DEF}"/>
              </a:ext>
            </a:extLst>
          </p:cNvPr>
          <p:cNvSpPr txBox="1"/>
          <p:nvPr/>
        </p:nvSpPr>
        <p:spPr>
          <a:xfrm>
            <a:off x="8337273" y="5707583"/>
            <a:ext cx="11460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err="1"/>
              <a:t>Lakehouse</a:t>
            </a:r>
            <a:endParaRPr lang="es-ES" sz="110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A530E829-B78D-40AA-9689-D80200EA87CC}"/>
              </a:ext>
            </a:extLst>
          </p:cNvPr>
          <p:cNvSpPr/>
          <p:nvPr/>
        </p:nvSpPr>
        <p:spPr>
          <a:xfrm>
            <a:off x="9762028" y="5586156"/>
            <a:ext cx="1369244" cy="496771"/>
          </a:xfrm>
          <a:prstGeom prst="roundRect">
            <a:avLst>
              <a:gd name="adj" fmla="val 10642"/>
            </a:avLst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8E829F3-55F7-4B97-B6C1-FF3CB89DC408}"/>
              </a:ext>
            </a:extLst>
          </p:cNvPr>
          <p:cNvSpPr txBox="1"/>
          <p:nvPr/>
        </p:nvSpPr>
        <p:spPr>
          <a:xfrm>
            <a:off x="9870935" y="5707583"/>
            <a:ext cx="12603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/>
              <a:t>OLAP </a:t>
            </a:r>
            <a:r>
              <a:rPr lang="es-ES" sz="1100" err="1"/>
              <a:t>Realtime</a:t>
            </a:r>
            <a:endParaRPr lang="es-ES" sz="110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CC00B3B0-A45F-4379-BFE7-26FF64A8C676}"/>
              </a:ext>
            </a:extLst>
          </p:cNvPr>
          <p:cNvSpPr/>
          <p:nvPr/>
        </p:nvSpPr>
        <p:spPr>
          <a:xfrm>
            <a:off x="4756339" y="5199898"/>
            <a:ext cx="2730356" cy="1025443"/>
          </a:xfrm>
          <a:prstGeom prst="roundRect">
            <a:avLst>
              <a:gd name="adj" fmla="val 10642"/>
            </a:avLst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571B265-B1C1-4727-8A32-B63A3678F280}"/>
              </a:ext>
            </a:extLst>
          </p:cNvPr>
          <p:cNvSpPr txBox="1"/>
          <p:nvPr/>
        </p:nvSpPr>
        <p:spPr>
          <a:xfrm>
            <a:off x="1332538" y="5738026"/>
            <a:ext cx="6871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>
                <a:latin typeface="+mj-lt"/>
              </a:rPr>
              <a:t>01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F44416C-E514-4278-B494-27AAB854FDFB}"/>
              </a:ext>
            </a:extLst>
          </p:cNvPr>
          <p:cNvSpPr txBox="1"/>
          <p:nvPr/>
        </p:nvSpPr>
        <p:spPr>
          <a:xfrm>
            <a:off x="2049661" y="5738026"/>
            <a:ext cx="6871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>
                <a:latin typeface="+mj-lt"/>
              </a:rPr>
              <a:t>02</a:t>
            </a:r>
          </a:p>
        </p:txBody>
      </p:sp>
      <p:pic>
        <p:nvPicPr>
          <p:cNvPr id="32" name="Gráfico 31">
            <a:extLst>
              <a:ext uri="{FF2B5EF4-FFF2-40B4-BE49-F238E27FC236}">
                <a16:creationId xmlns:a16="http://schemas.microsoft.com/office/drawing/2014/main" id="{FCC33130-F215-4A61-9FB7-BAB0AD8D50E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76309" y="5750684"/>
            <a:ext cx="228600" cy="228600"/>
          </a:xfrm>
          <a:prstGeom prst="rect">
            <a:avLst/>
          </a:prstGeom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69124B84-C481-4B14-97C3-DB9F6F1892B8}"/>
              </a:ext>
            </a:extLst>
          </p:cNvPr>
          <p:cNvSpPr txBox="1"/>
          <p:nvPr/>
        </p:nvSpPr>
        <p:spPr>
          <a:xfrm>
            <a:off x="3011511" y="5738026"/>
            <a:ext cx="6871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>
                <a:latin typeface="+mj-lt"/>
              </a:rPr>
              <a:t>N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6E7C035E-5683-4785-95B1-DA4509955DB6}"/>
              </a:ext>
            </a:extLst>
          </p:cNvPr>
          <p:cNvSpPr/>
          <p:nvPr/>
        </p:nvSpPr>
        <p:spPr>
          <a:xfrm>
            <a:off x="1363316" y="5645925"/>
            <a:ext cx="625589" cy="437002"/>
          </a:xfrm>
          <a:prstGeom prst="roundRect">
            <a:avLst>
              <a:gd name="adj" fmla="val 10642"/>
            </a:avLst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B6F7418-0A98-4F54-96F6-01C35C6E8E2A}"/>
              </a:ext>
            </a:extLst>
          </p:cNvPr>
          <p:cNvSpPr/>
          <p:nvPr/>
        </p:nvSpPr>
        <p:spPr>
          <a:xfrm>
            <a:off x="2083906" y="5645925"/>
            <a:ext cx="625589" cy="437002"/>
          </a:xfrm>
          <a:prstGeom prst="roundRect">
            <a:avLst>
              <a:gd name="adj" fmla="val 10642"/>
            </a:avLst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3684614-2E69-4248-A233-7573A7CFE68E}"/>
              </a:ext>
            </a:extLst>
          </p:cNvPr>
          <p:cNvSpPr/>
          <p:nvPr/>
        </p:nvSpPr>
        <p:spPr>
          <a:xfrm>
            <a:off x="3054342" y="5645925"/>
            <a:ext cx="625589" cy="437002"/>
          </a:xfrm>
          <a:prstGeom prst="roundRect">
            <a:avLst>
              <a:gd name="adj" fmla="val 10642"/>
            </a:avLst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FE86A32-5AB1-48D2-89ED-2777797C32C6}"/>
              </a:ext>
            </a:extLst>
          </p:cNvPr>
          <p:cNvSpPr txBox="1"/>
          <p:nvPr/>
        </p:nvSpPr>
        <p:spPr>
          <a:xfrm>
            <a:off x="5640301" y="5295750"/>
            <a:ext cx="966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/>
              <a:t>BD Replica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6A07033-0CE9-493A-BA02-AB7EC3FB8BC8}"/>
              </a:ext>
            </a:extLst>
          </p:cNvPr>
          <p:cNvSpPr txBox="1"/>
          <p:nvPr/>
        </p:nvSpPr>
        <p:spPr>
          <a:xfrm>
            <a:off x="4929828" y="5738026"/>
            <a:ext cx="6871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>
                <a:latin typeface="+mj-lt"/>
              </a:rPr>
              <a:t>01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49C625E-0CAE-4EF8-B282-F4945BFF1E71}"/>
              </a:ext>
            </a:extLst>
          </p:cNvPr>
          <p:cNvSpPr txBox="1"/>
          <p:nvPr/>
        </p:nvSpPr>
        <p:spPr>
          <a:xfrm>
            <a:off x="5646951" y="5738026"/>
            <a:ext cx="6871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>
                <a:latin typeface="+mj-lt"/>
              </a:rPr>
              <a:t>02</a:t>
            </a:r>
          </a:p>
        </p:txBody>
      </p:sp>
      <p:pic>
        <p:nvPicPr>
          <p:cNvPr id="40" name="Gráfico 39">
            <a:extLst>
              <a:ext uri="{FF2B5EF4-FFF2-40B4-BE49-F238E27FC236}">
                <a16:creationId xmlns:a16="http://schemas.microsoft.com/office/drawing/2014/main" id="{54B95BFF-E59B-46CC-A6A4-C08B6A0BE8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4074" y="5750684"/>
            <a:ext cx="228600" cy="228600"/>
          </a:xfrm>
          <a:prstGeom prst="rect">
            <a:avLst/>
          </a:prstGeom>
        </p:spPr>
      </p:pic>
      <p:sp>
        <p:nvSpPr>
          <p:cNvPr id="41" name="CuadroTexto 40">
            <a:extLst>
              <a:ext uri="{FF2B5EF4-FFF2-40B4-BE49-F238E27FC236}">
                <a16:creationId xmlns:a16="http://schemas.microsoft.com/office/drawing/2014/main" id="{FBB8ED25-B20E-43ED-ADBB-AA11FAC0B509}"/>
              </a:ext>
            </a:extLst>
          </p:cNvPr>
          <p:cNvSpPr txBox="1"/>
          <p:nvPr/>
        </p:nvSpPr>
        <p:spPr>
          <a:xfrm>
            <a:off x="6608801" y="5738026"/>
            <a:ext cx="6871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>
                <a:latin typeface="+mj-lt"/>
              </a:rPr>
              <a:t>N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34E11796-37DE-4B18-9AFA-A5B20D4563A8}"/>
              </a:ext>
            </a:extLst>
          </p:cNvPr>
          <p:cNvSpPr/>
          <p:nvPr/>
        </p:nvSpPr>
        <p:spPr>
          <a:xfrm>
            <a:off x="4960606" y="5645925"/>
            <a:ext cx="625589" cy="437002"/>
          </a:xfrm>
          <a:prstGeom prst="roundRect">
            <a:avLst>
              <a:gd name="adj" fmla="val 10642"/>
            </a:avLst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DB7037E1-418B-48F0-87C1-576025030B5E}"/>
              </a:ext>
            </a:extLst>
          </p:cNvPr>
          <p:cNvSpPr/>
          <p:nvPr/>
        </p:nvSpPr>
        <p:spPr>
          <a:xfrm>
            <a:off x="5681196" y="5645925"/>
            <a:ext cx="625589" cy="437002"/>
          </a:xfrm>
          <a:prstGeom prst="roundRect">
            <a:avLst>
              <a:gd name="adj" fmla="val 10642"/>
            </a:avLst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87E35306-9AFE-4D0F-B908-8310E60894AB}"/>
              </a:ext>
            </a:extLst>
          </p:cNvPr>
          <p:cNvSpPr/>
          <p:nvPr/>
        </p:nvSpPr>
        <p:spPr>
          <a:xfrm>
            <a:off x="6651632" y="5645925"/>
            <a:ext cx="625589" cy="437002"/>
          </a:xfrm>
          <a:prstGeom prst="roundRect">
            <a:avLst>
              <a:gd name="adj" fmla="val 10642"/>
            </a:avLst>
          </a:prstGeom>
          <a:noFill/>
          <a:ln w="9525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A4B66602-7824-480E-A29F-418DFD401233}"/>
              </a:ext>
            </a:extLst>
          </p:cNvPr>
          <p:cNvSpPr/>
          <p:nvPr/>
        </p:nvSpPr>
        <p:spPr>
          <a:xfrm>
            <a:off x="1163378" y="5193653"/>
            <a:ext cx="2730356" cy="1025443"/>
          </a:xfrm>
          <a:prstGeom prst="roundRect">
            <a:avLst>
              <a:gd name="adj" fmla="val 10642"/>
            </a:avLst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Abrir corchete 45">
            <a:extLst>
              <a:ext uri="{FF2B5EF4-FFF2-40B4-BE49-F238E27FC236}">
                <a16:creationId xmlns:a16="http://schemas.microsoft.com/office/drawing/2014/main" id="{C6264F15-E7D5-499D-9EE2-FDB2CAD3F507}"/>
              </a:ext>
            </a:extLst>
          </p:cNvPr>
          <p:cNvSpPr/>
          <p:nvPr/>
        </p:nvSpPr>
        <p:spPr>
          <a:xfrm rot="5400000">
            <a:off x="9598482" y="4661956"/>
            <a:ext cx="236093" cy="1612308"/>
          </a:xfrm>
          <a:prstGeom prst="leftBracket">
            <a:avLst>
              <a:gd name="adj" fmla="val 0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FB6BE6E3-77CC-4064-BC28-E326DCC6D5E6}"/>
              </a:ext>
            </a:extLst>
          </p:cNvPr>
          <p:cNvCxnSpPr>
            <a:cxnSpLocks/>
            <a:stCxn id="46" idx="1"/>
            <a:endCxn id="52" idx="2"/>
          </p:cNvCxnSpPr>
          <p:nvPr/>
        </p:nvCxnSpPr>
        <p:spPr>
          <a:xfrm flipV="1">
            <a:off x="9716529" y="4997770"/>
            <a:ext cx="3711" cy="352294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5070823C-5033-443E-8E87-350E33714F96}"/>
              </a:ext>
            </a:extLst>
          </p:cNvPr>
          <p:cNvCxnSpPr>
            <a:cxnSpLocks/>
            <a:stCxn id="45" idx="0"/>
            <a:endCxn id="50" idx="2"/>
          </p:cNvCxnSpPr>
          <p:nvPr/>
        </p:nvCxnSpPr>
        <p:spPr>
          <a:xfrm flipH="1" flipV="1">
            <a:off x="2527760" y="4997770"/>
            <a:ext cx="796" cy="195883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FBD89481-3943-42BE-99A0-BFFB77DCE430}"/>
              </a:ext>
            </a:extLst>
          </p:cNvPr>
          <p:cNvCxnSpPr>
            <a:cxnSpLocks/>
            <a:stCxn id="29" idx="0"/>
            <a:endCxn id="51" idx="2"/>
          </p:cNvCxnSpPr>
          <p:nvPr/>
        </p:nvCxnSpPr>
        <p:spPr>
          <a:xfrm flipH="1" flipV="1">
            <a:off x="6119858" y="4997770"/>
            <a:ext cx="1659" cy="202128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C6F1A5D-DFD3-44AA-A2F4-50605AB5428F}"/>
              </a:ext>
            </a:extLst>
          </p:cNvPr>
          <p:cNvSpPr txBox="1"/>
          <p:nvPr/>
        </p:nvSpPr>
        <p:spPr>
          <a:xfrm>
            <a:off x="1985746" y="4691303"/>
            <a:ext cx="1084028" cy="306467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00" err="1">
                <a:latin typeface="+mj-lt"/>
              </a:rPr>
              <a:t>Routing</a:t>
            </a:r>
            <a:endParaRPr lang="es-ES" sz="1200">
              <a:latin typeface="+mj-lt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91D0A4CE-444B-49DE-8142-9C0650852F15}"/>
              </a:ext>
            </a:extLst>
          </p:cNvPr>
          <p:cNvSpPr txBox="1"/>
          <p:nvPr/>
        </p:nvSpPr>
        <p:spPr>
          <a:xfrm>
            <a:off x="5369227" y="4691303"/>
            <a:ext cx="1501262" cy="306467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00">
                <a:latin typeface="+mj-lt"/>
              </a:rPr>
              <a:t>Base de datos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FBF79B9-79B7-4B6C-9688-8F07FF4AFED1}"/>
              </a:ext>
            </a:extLst>
          </p:cNvPr>
          <p:cNvSpPr txBox="1"/>
          <p:nvPr/>
        </p:nvSpPr>
        <p:spPr>
          <a:xfrm>
            <a:off x="8793189" y="4691303"/>
            <a:ext cx="1854101" cy="306467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200">
                <a:latin typeface="+mj-lt"/>
              </a:rPr>
              <a:t>Data </a:t>
            </a:r>
            <a:r>
              <a:rPr lang="es-ES" sz="1200" err="1">
                <a:latin typeface="+mj-lt"/>
              </a:rPr>
              <a:t>Streaming</a:t>
            </a:r>
            <a:r>
              <a:rPr lang="es-ES" sz="1200">
                <a:latin typeface="+mj-lt"/>
              </a:rPr>
              <a:t> (Kafka)</a:t>
            </a:r>
          </a:p>
        </p:txBody>
      </p:sp>
    </p:spTree>
    <p:extLst>
      <p:ext uri="{BB962C8B-B14F-4D97-AF65-F5344CB8AC3E}">
        <p14:creationId xmlns:p14="http://schemas.microsoft.com/office/powerpoint/2010/main" val="6737021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1C4C4D0-D1A5-47A8-AC72-FE9AF5C7EF49}"/>
              </a:ext>
            </a:extLst>
          </p:cNvPr>
          <p:cNvSpPr/>
          <p:nvPr/>
        </p:nvSpPr>
        <p:spPr>
          <a:xfrm>
            <a:off x="4821346" y="2207940"/>
            <a:ext cx="2665945" cy="2665945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E6320D9-D10D-43C7-953F-1C518F914843}"/>
              </a:ext>
            </a:extLst>
          </p:cNvPr>
          <p:cNvSpPr/>
          <p:nvPr/>
        </p:nvSpPr>
        <p:spPr>
          <a:xfrm>
            <a:off x="1475745" y="3241016"/>
            <a:ext cx="2357094" cy="603146"/>
          </a:xfrm>
          <a:prstGeom prst="roundRect">
            <a:avLst>
              <a:gd name="adj" fmla="val 15428"/>
            </a:avLst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7D7C638-654E-4E7E-BD9E-63BD61E0B9C6}"/>
              </a:ext>
            </a:extLst>
          </p:cNvPr>
          <p:cNvSpPr/>
          <p:nvPr/>
        </p:nvSpPr>
        <p:spPr>
          <a:xfrm>
            <a:off x="5178119" y="3150874"/>
            <a:ext cx="1952399" cy="3835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+mj-lt"/>
              </a:rPr>
              <a:t>Asistente virtual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C456D5D-D210-4195-B9A4-E12462DB1F52}"/>
              </a:ext>
            </a:extLst>
          </p:cNvPr>
          <p:cNvSpPr txBox="1">
            <a:spLocks/>
          </p:cNvSpPr>
          <p:nvPr/>
        </p:nvSpPr>
        <p:spPr>
          <a:xfrm>
            <a:off x="2633376" y="609152"/>
            <a:ext cx="6925247" cy="1168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ES" sz="3200"/>
              <a:t>Automatización inteligente </a:t>
            </a:r>
            <a:r>
              <a:rPr lang="es-ES" sz="3200">
                <a:solidFill>
                  <a:schemeClr val="accent6"/>
                </a:solidFill>
              </a:rPr>
              <a:t>de interacciones con NLP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BAB4A5D-72D7-41A3-8732-CD5CA6405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4370" y="3464713"/>
            <a:ext cx="180000" cy="18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E6CBC39-2AD6-4E8E-81F8-2687A901C57F}"/>
              </a:ext>
            </a:extLst>
          </p:cNvPr>
          <p:cNvSpPr txBox="1"/>
          <p:nvPr/>
        </p:nvSpPr>
        <p:spPr>
          <a:xfrm>
            <a:off x="1958028" y="3388700"/>
            <a:ext cx="17996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>
                <a:latin typeface="+mj-lt"/>
              </a:rPr>
              <a:t>Llamadas al 800</a:t>
            </a:r>
            <a:endParaRPr lang="es-ES" sz="1100">
              <a:latin typeface="+mj-l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013AEF6-2317-43D9-A3E3-8C38DD54DCF6}"/>
              </a:ext>
            </a:extLst>
          </p:cNvPr>
          <p:cNvSpPr txBox="1"/>
          <p:nvPr/>
        </p:nvSpPr>
        <p:spPr>
          <a:xfrm>
            <a:off x="8567861" y="2778507"/>
            <a:ext cx="27045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>
                <a:latin typeface="+mj-lt"/>
              </a:rPr>
              <a:t>Contactos detallados, enriquecidos y segmentados: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A0CE14D-35F2-4E88-8C20-E82588BBCED4}"/>
              </a:ext>
            </a:extLst>
          </p:cNvPr>
          <p:cNvSpPr/>
          <p:nvPr/>
        </p:nvSpPr>
        <p:spPr>
          <a:xfrm>
            <a:off x="8349112" y="2336497"/>
            <a:ext cx="2896626" cy="2390877"/>
          </a:xfrm>
          <a:prstGeom prst="roundRect">
            <a:avLst>
              <a:gd name="adj" fmla="val 7047"/>
            </a:avLst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9599215-FC1D-443C-BAB5-4B437355699D}"/>
              </a:ext>
            </a:extLst>
          </p:cNvPr>
          <p:cNvSpPr txBox="1"/>
          <p:nvPr/>
        </p:nvSpPr>
        <p:spPr>
          <a:xfrm>
            <a:off x="8668177" y="3670557"/>
            <a:ext cx="25569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Zona geográfica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Por tipo de producto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Si es cliente o no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3E6FF92-6E6B-4891-B169-CF0E6E48AB87}"/>
              </a:ext>
            </a:extLst>
          </p:cNvPr>
          <p:cNvSpPr/>
          <p:nvPr/>
        </p:nvSpPr>
        <p:spPr>
          <a:xfrm>
            <a:off x="8349112" y="5128655"/>
            <a:ext cx="2923275" cy="966878"/>
          </a:xfrm>
          <a:prstGeom prst="roundRect">
            <a:avLst>
              <a:gd name="adj" fmla="val 136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6DDA705-CB9B-4254-9E75-DC2B28A70661}"/>
              </a:ext>
            </a:extLst>
          </p:cNvPr>
          <p:cNvSpPr txBox="1"/>
          <p:nvPr/>
        </p:nvSpPr>
        <p:spPr>
          <a:xfrm>
            <a:off x="8668177" y="5208747"/>
            <a:ext cx="16458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Agente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Agente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Agente 3</a:t>
            </a:r>
            <a:endParaRPr lang="es-ES" sz="1100">
              <a:latin typeface="+mj-lt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59CD33F3-FFC7-4BE6-81D5-5C336ED2BC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8177" y="2520724"/>
            <a:ext cx="228600" cy="228600"/>
          </a:xfrm>
          <a:prstGeom prst="rect">
            <a:avLst/>
          </a:prstGeom>
        </p:spPr>
      </p:pic>
      <p:pic>
        <p:nvPicPr>
          <p:cNvPr id="18" name="Imagen 17" descr="Logotipo&#10;&#10;Descripción generada automáticamente">
            <a:extLst>
              <a:ext uri="{FF2B5EF4-FFF2-40B4-BE49-F238E27FC236}">
                <a16:creationId xmlns:a16="http://schemas.microsoft.com/office/drawing/2014/main" id="{5681128B-ACF3-4905-9DEC-E0AAEC91E3B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59" r="3423" b="33118"/>
          <a:stretch/>
        </p:blipFill>
        <p:spPr>
          <a:xfrm>
            <a:off x="5834771" y="2464186"/>
            <a:ext cx="639094" cy="58860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A730FEA6-3084-4676-A83E-E9C085587796}"/>
              </a:ext>
            </a:extLst>
          </p:cNvPr>
          <p:cNvSpPr/>
          <p:nvPr/>
        </p:nvSpPr>
        <p:spPr>
          <a:xfrm>
            <a:off x="5028892" y="3531937"/>
            <a:ext cx="2250852" cy="948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>
                <a:solidFill>
                  <a:schemeClr val="accent6"/>
                </a:solidFill>
                <a:latin typeface="+mj-lt"/>
              </a:rPr>
              <a:t>SST</a:t>
            </a:r>
          </a:p>
          <a:p>
            <a:pPr algn="ctr"/>
            <a:r>
              <a:rPr lang="es-ES" sz="1600">
                <a:solidFill>
                  <a:schemeClr val="accent6"/>
                </a:solidFill>
                <a:latin typeface="+mj-lt"/>
              </a:rPr>
              <a:t>TTS</a:t>
            </a:r>
          </a:p>
          <a:p>
            <a:pPr algn="ctr"/>
            <a:r>
              <a:rPr lang="es-ES" sz="1600">
                <a:solidFill>
                  <a:schemeClr val="accent6"/>
                </a:solidFill>
                <a:latin typeface="+mj-lt"/>
              </a:rPr>
              <a:t>Integración servicios</a:t>
            </a:r>
          </a:p>
          <a:p>
            <a:pPr algn="ctr"/>
            <a:r>
              <a:rPr lang="es-ES" sz="1600" err="1">
                <a:solidFill>
                  <a:schemeClr val="accent6"/>
                </a:solidFill>
                <a:latin typeface="+mj-lt"/>
              </a:rPr>
              <a:t>Televia</a:t>
            </a:r>
            <a:endParaRPr lang="es-ES" sz="160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3A7372DB-3D6F-425A-830C-940952C49C00}"/>
              </a:ext>
            </a:extLst>
          </p:cNvPr>
          <p:cNvSpPr/>
          <p:nvPr/>
        </p:nvSpPr>
        <p:spPr>
          <a:xfrm>
            <a:off x="1453872" y="4098154"/>
            <a:ext cx="2406545" cy="966878"/>
          </a:xfrm>
          <a:prstGeom prst="roundRect">
            <a:avLst>
              <a:gd name="adj" fmla="val 136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64B3865-F087-4382-8050-D84C85F82095}"/>
              </a:ext>
            </a:extLst>
          </p:cNvPr>
          <p:cNvSpPr txBox="1"/>
          <p:nvPr/>
        </p:nvSpPr>
        <p:spPr>
          <a:xfrm>
            <a:off x="1699608" y="4200758"/>
            <a:ext cx="1540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Llamada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Llamada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Llamada 3</a:t>
            </a:r>
            <a:endParaRPr lang="es-ES" sz="1100">
              <a:latin typeface="+mj-lt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8B2F2362-558F-465E-8F8C-48F737BFA263}"/>
              </a:ext>
            </a:extLst>
          </p:cNvPr>
          <p:cNvCxnSpPr>
            <a:stCxn id="28" idx="0"/>
            <a:endCxn id="3" idx="2"/>
          </p:cNvCxnSpPr>
          <p:nvPr/>
        </p:nvCxnSpPr>
        <p:spPr>
          <a:xfrm flipH="1" flipV="1">
            <a:off x="2654292" y="3844162"/>
            <a:ext cx="2853" cy="25399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6BDA1192-DD14-4E21-A75C-606A2BC64174}"/>
              </a:ext>
            </a:extLst>
          </p:cNvPr>
          <p:cNvCxnSpPr>
            <a:cxnSpLocks/>
            <a:stCxn id="14" idx="0"/>
            <a:endCxn id="11" idx="2"/>
          </p:cNvCxnSpPr>
          <p:nvPr/>
        </p:nvCxnSpPr>
        <p:spPr>
          <a:xfrm flipH="1" flipV="1">
            <a:off x="9797425" y="4727374"/>
            <a:ext cx="13325" cy="40128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18A5FF84-5C70-4BB7-A2D5-3E6A6618BE9F}"/>
              </a:ext>
            </a:extLst>
          </p:cNvPr>
          <p:cNvCxnSpPr>
            <a:cxnSpLocks/>
            <a:stCxn id="3" idx="3"/>
            <a:endCxn id="2" idx="2"/>
          </p:cNvCxnSpPr>
          <p:nvPr/>
        </p:nvCxnSpPr>
        <p:spPr>
          <a:xfrm flipV="1">
            <a:off x="3832839" y="3540913"/>
            <a:ext cx="988507" cy="1676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B7DFD36F-C213-44F0-9721-C39DE3F5286A}"/>
              </a:ext>
            </a:extLst>
          </p:cNvPr>
          <p:cNvCxnSpPr>
            <a:cxnSpLocks/>
            <a:stCxn id="2" idx="6"/>
            <a:endCxn id="11" idx="1"/>
          </p:cNvCxnSpPr>
          <p:nvPr/>
        </p:nvCxnSpPr>
        <p:spPr>
          <a:xfrm flipV="1">
            <a:off x="7487291" y="3531936"/>
            <a:ext cx="861821" cy="8977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7685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1C4C4D0-D1A5-47A8-AC72-FE9AF5C7EF49}"/>
              </a:ext>
            </a:extLst>
          </p:cNvPr>
          <p:cNvSpPr/>
          <p:nvPr/>
        </p:nvSpPr>
        <p:spPr>
          <a:xfrm>
            <a:off x="4821346" y="2207940"/>
            <a:ext cx="2665945" cy="2665945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E6320D9-D10D-43C7-953F-1C518F914843}"/>
              </a:ext>
            </a:extLst>
          </p:cNvPr>
          <p:cNvSpPr/>
          <p:nvPr/>
        </p:nvSpPr>
        <p:spPr>
          <a:xfrm>
            <a:off x="1475745" y="3241016"/>
            <a:ext cx="2357094" cy="603146"/>
          </a:xfrm>
          <a:prstGeom prst="roundRect">
            <a:avLst>
              <a:gd name="adj" fmla="val 15428"/>
            </a:avLst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>
              <a:solidFill>
                <a:srgbClr val="FFFFFF"/>
              </a:solidFill>
              <a:latin typeface="+mj-lt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7D7C638-654E-4E7E-BD9E-63BD61E0B9C6}"/>
              </a:ext>
            </a:extLst>
          </p:cNvPr>
          <p:cNvSpPr/>
          <p:nvPr/>
        </p:nvSpPr>
        <p:spPr>
          <a:xfrm>
            <a:off x="5178119" y="3150874"/>
            <a:ext cx="1952399" cy="3835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  <a:latin typeface="+mj-lt"/>
              </a:rPr>
              <a:t>Asistente virtual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C456D5D-D210-4195-B9A4-E12462DB1F52}"/>
              </a:ext>
            </a:extLst>
          </p:cNvPr>
          <p:cNvSpPr txBox="1">
            <a:spLocks/>
          </p:cNvSpPr>
          <p:nvPr/>
        </p:nvSpPr>
        <p:spPr>
          <a:xfrm>
            <a:off x="2633376" y="609152"/>
            <a:ext cx="6925247" cy="1168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ES" sz="3200"/>
              <a:t>Automatización inteligente </a:t>
            </a:r>
            <a:r>
              <a:rPr lang="es-ES" sz="3200">
                <a:solidFill>
                  <a:schemeClr val="accent6"/>
                </a:solidFill>
              </a:rPr>
              <a:t>de integración con NLP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BAB4A5D-72D7-41A3-8732-CD5CA6405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4370" y="3464713"/>
            <a:ext cx="180000" cy="180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E6CBC39-2AD6-4E8E-81F8-2687A901C57F}"/>
              </a:ext>
            </a:extLst>
          </p:cNvPr>
          <p:cNvSpPr txBox="1"/>
          <p:nvPr/>
        </p:nvSpPr>
        <p:spPr>
          <a:xfrm>
            <a:off x="1958028" y="3388700"/>
            <a:ext cx="17996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>
                <a:latin typeface="+mj-lt"/>
              </a:rPr>
              <a:t>Llamadas al 800</a:t>
            </a:r>
            <a:endParaRPr lang="es-ES" sz="1100">
              <a:latin typeface="+mj-lt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013AEF6-2317-43D9-A3E3-8C38DD54DCF6}"/>
              </a:ext>
            </a:extLst>
          </p:cNvPr>
          <p:cNvSpPr txBox="1"/>
          <p:nvPr/>
        </p:nvSpPr>
        <p:spPr>
          <a:xfrm>
            <a:off x="8567861" y="2778507"/>
            <a:ext cx="27045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>
                <a:latin typeface="+mj-lt"/>
              </a:rPr>
              <a:t>Contactos detallados, enriquecidos y segmentados: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A0CE14D-35F2-4E88-8C20-E82588BBCED4}"/>
              </a:ext>
            </a:extLst>
          </p:cNvPr>
          <p:cNvSpPr/>
          <p:nvPr/>
        </p:nvSpPr>
        <p:spPr>
          <a:xfrm>
            <a:off x="8349112" y="2336497"/>
            <a:ext cx="2896626" cy="2390877"/>
          </a:xfrm>
          <a:prstGeom prst="roundRect">
            <a:avLst>
              <a:gd name="adj" fmla="val 7047"/>
            </a:avLst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9599215-FC1D-443C-BAB5-4B437355699D}"/>
              </a:ext>
            </a:extLst>
          </p:cNvPr>
          <p:cNvSpPr txBox="1"/>
          <p:nvPr/>
        </p:nvSpPr>
        <p:spPr>
          <a:xfrm>
            <a:off x="8668177" y="3670557"/>
            <a:ext cx="25569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Zona geográfica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Por tipo de producto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Si es cliente o no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3E6FF92-6E6B-4891-B169-CF0E6E48AB87}"/>
              </a:ext>
            </a:extLst>
          </p:cNvPr>
          <p:cNvSpPr/>
          <p:nvPr/>
        </p:nvSpPr>
        <p:spPr>
          <a:xfrm>
            <a:off x="8349112" y="5128655"/>
            <a:ext cx="2923275" cy="966878"/>
          </a:xfrm>
          <a:prstGeom prst="roundRect">
            <a:avLst>
              <a:gd name="adj" fmla="val 136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6DDA705-CB9B-4254-9E75-DC2B28A70661}"/>
              </a:ext>
            </a:extLst>
          </p:cNvPr>
          <p:cNvSpPr txBox="1"/>
          <p:nvPr/>
        </p:nvSpPr>
        <p:spPr>
          <a:xfrm>
            <a:off x="8668177" y="5208747"/>
            <a:ext cx="16458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Agente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Agente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>
                <a:latin typeface="+mj-lt"/>
              </a:rPr>
              <a:t>Agente 3</a:t>
            </a:r>
            <a:endParaRPr lang="es-ES" sz="1100">
              <a:latin typeface="+mj-lt"/>
            </a:endParaRP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59CD33F3-FFC7-4BE6-81D5-5C336ED2BC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68177" y="2520724"/>
            <a:ext cx="228600" cy="228600"/>
          </a:xfrm>
          <a:prstGeom prst="rect">
            <a:avLst/>
          </a:prstGeom>
        </p:spPr>
      </p:pic>
      <p:pic>
        <p:nvPicPr>
          <p:cNvPr id="18" name="Imagen 17" descr="Logotipo&#10;&#10;Descripción generada automáticamente">
            <a:extLst>
              <a:ext uri="{FF2B5EF4-FFF2-40B4-BE49-F238E27FC236}">
                <a16:creationId xmlns:a16="http://schemas.microsoft.com/office/drawing/2014/main" id="{5681128B-ACF3-4905-9DEC-E0AAEC91E3B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59" r="3423" b="33118"/>
          <a:stretch/>
        </p:blipFill>
        <p:spPr>
          <a:xfrm>
            <a:off x="5834771" y="2464186"/>
            <a:ext cx="639094" cy="58860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A730FEA6-3084-4676-A83E-E9C085587796}"/>
              </a:ext>
            </a:extLst>
          </p:cNvPr>
          <p:cNvSpPr/>
          <p:nvPr/>
        </p:nvSpPr>
        <p:spPr>
          <a:xfrm>
            <a:off x="5028892" y="3531937"/>
            <a:ext cx="2250852" cy="948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600">
                <a:solidFill>
                  <a:schemeClr val="accent6"/>
                </a:solidFill>
                <a:latin typeface="+mj-lt"/>
              </a:rPr>
              <a:t>ASR</a:t>
            </a:r>
          </a:p>
          <a:p>
            <a:pPr algn="ctr"/>
            <a:r>
              <a:rPr lang="es-ES" sz="1600">
                <a:solidFill>
                  <a:schemeClr val="accent6"/>
                </a:solidFill>
                <a:latin typeface="+mj-lt"/>
              </a:rPr>
              <a:t>TTS</a:t>
            </a:r>
          </a:p>
          <a:p>
            <a:pPr algn="ctr"/>
            <a:r>
              <a:rPr lang="es-ES" sz="1600">
                <a:solidFill>
                  <a:schemeClr val="accent6"/>
                </a:solidFill>
                <a:latin typeface="+mj-lt"/>
              </a:rPr>
              <a:t>Integración servicios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3A7372DB-3D6F-425A-830C-940952C49C00}"/>
              </a:ext>
            </a:extLst>
          </p:cNvPr>
          <p:cNvSpPr/>
          <p:nvPr/>
        </p:nvSpPr>
        <p:spPr>
          <a:xfrm>
            <a:off x="1453872" y="4098154"/>
            <a:ext cx="2406545" cy="966878"/>
          </a:xfrm>
          <a:prstGeom prst="roundRect">
            <a:avLst>
              <a:gd name="adj" fmla="val 136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 sz="1200">
              <a:solidFill>
                <a:srgbClr val="FFFFFF"/>
              </a:solidFill>
              <a:latin typeface="+mj-lt"/>
            </a:endParaRPr>
          </a:p>
          <a:p>
            <a:pPr algn="ctr"/>
            <a:endParaRPr lang="es-ES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64B3865-F087-4382-8050-D84C85F82095}"/>
              </a:ext>
            </a:extLst>
          </p:cNvPr>
          <p:cNvSpPr txBox="1"/>
          <p:nvPr/>
        </p:nvSpPr>
        <p:spPr>
          <a:xfrm>
            <a:off x="1699608" y="4200758"/>
            <a:ext cx="1540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+mj-lt"/>
              </a:rPr>
              <a:t>Llamada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+mj-lt"/>
              </a:rPr>
              <a:t>Llamada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+mj-lt"/>
              </a:rPr>
              <a:t>Llamada 3</a:t>
            </a:r>
            <a:endParaRPr lang="es-ES" sz="1100" dirty="0">
              <a:latin typeface="+mj-lt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8B2F2362-558F-465E-8F8C-48F737BFA263}"/>
              </a:ext>
            </a:extLst>
          </p:cNvPr>
          <p:cNvCxnSpPr>
            <a:stCxn id="28" idx="0"/>
            <a:endCxn id="3" idx="2"/>
          </p:cNvCxnSpPr>
          <p:nvPr/>
        </p:nvCxnSpPr>
        <p:spPr>
          <a:xfrm flipH="1" flipV="1">
            <a:off x="2654292" y="3844162"/>
            <a:ext cx="2853" cy="25399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6BDA1192-DD14-4E21-A75C-606A2BC64174}"/>
              </a:ext>
            </a:extLst>
          </p:cNvPr>
          <p:cNvCxnSpPr>
            <a:cxnSpLocks/>
            <a:stCxn id="14" idx="0"/>
            <a:endCxn id="11" idx="2"/>
          </p:cNvCxnSpPr>
          <p:nvPr/>
        </p:nvCxnSpPr>
        <p:spPr>
          <a:xfrm flipH="1" flipV="1">
            <a:off x="9797425" y="4727374"/>
            <a:ext cx="13325" cy="40128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18A5FF84-5C70-4BB7-A2D5-3E6A6618BE9F}"/>
              </a:ext>
            </a:extLst>
          </p:cNvPr>
          <p:cNvCxnSpPr>
            <a:cxnSpLocks/>
            <a:stCxn id="3" idx="3"/>
            <a:endCxn id="2" idx="2"/>
          </p:cNvCxnSpPr>
          <p:nvPr/>
        </p:nvCxnSpPr>
        <p:spPr>
          <a:xfrm flipV="1">
            <a:off x="3832839" y="3540913"/>
            <a:ext cx="988507" cy="1676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B7DFD36F-C213-44F0-9721-C39DE3F5286A}"/>
              </a:ext>
            </a:extLst>
          </p:cNvPr>
          <p:cNvCxnSpPr>
            <a:cxnSpLocks/>
            <a:stCxn id="2" idx="6"/>
            <a:endCxn id="11" idx="1"/>
          </p:cNvCxnSpPr>
          <p:nvPr/>
        </p:nvCxnSpPr>
        <p:spPr>
          <a:xfrm flipV="1">
            <a:off x="7487291" y="3531936"/>
            <a:ext cx="861821" cy="8977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9962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74995-A19C-4217-BDF9-F59EEC5E6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07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DDA99F-1962-4534-83D5-FB8479AED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6000" spc="-150" err="1">
                <a:solidFill>
                  <a:schemeClr val="bg1"/>
                </a:solidFill>
              </a:rPr>
              <a:t>Slides</a:t>
            </a:r>
            <a:r>
              <a:rPr lang="es-ES" sz="6000" spc="-150">
                <a:solidFill>
                  <a:schemeClr val="bg1"/>
                </a:solidFill>
              </a:rPr>
              <a:t> de </a:t>
            </a:r>
            <a:r>
              <a:rPr lang="es-ES" sz="6000" spc="-150">
                <a:solidFill>
                  <a:schemeClr val="accent6">
                    <a:lumMod val="60000"/>
                    <a:lumOff val="40000"/>
                  </a:schemeClr>
                </a:solidFill>
              </a:rPr>
              <a:t>contacto</a:t>
            </a:r>
          </a:p>
        </p:txBody>
      </p:sp>
    </p:spTree>
    <p:extLst>
      <p:ext uri="{BB962C8B-B14F-4D97-AF65-F5344CB8AC3E}">
        <p14:creationId xmlns:p14="http://schemas.microsoft.com/office/powerpoint/2010/main" val="3866438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72DEAE72-13A7-4B82-917C-ED852EB0D482}"/>
              </a:ext>
            </a:extLst>
          </p:cNvPr>
          <p:cNvSpPr txBox="1">
            <a:spLocks/>
          </p:cNvSpPr>
          <p:nvPr/>
        </p:nvSpPr>
        <p:spPr>
          <a:xfrm>
            <a:off x="1068881" y="3069701"/>
            <a:ext cx="3482279" cy="592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Gilroy ExtraBold" panose="00000900000000000000" pitchFamily="50" charset="0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spc="-150">
                <a:solidFill>
                  <a:schemeClr val="bg1"/>
                </a:solidFill>
                <a:latin typeface="+mj-lt"/>
              </a:rPr>
              <a:t>Contáctanos</a:t>
            </a:r>
            <a:endParaRPr kumimoji="0" lang="es-ES" sz="4400" i="0" u="none" strike="noStrike" kern="1200" cap="none" spc="-15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4A1FDA9-6C4A-496D-A45B-D92E6C850D36}"/>
              </a:ext>
            </a:extLst>
          </p:cNvPr>
          <p:cNvCxnSpPr>
            <a:cxnSpLocks/>
          </p:cNvCxnSpPr>
          <p:nvPr/>
        </p:nvCxnSpPr>
        <p:spPr>
          <a:xfrm>
            <a:off x="5372021" y="1171617"/>
            <a:ext cx="0" cy="477641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ítulo 1">
            <a:extLst>
              <a:ext uri="{FF2B5EF4-FFF2-40B4-BE49-F238E27FC236}">
                <a16:creationId xmlns:a16="http://schemas.microsoft.com/office/drawing/2014/main" id="{D758D2CF-462E-4FDE-AA67-769A29ACD35D}"/>
              </a:ext>
            </a:extLst>
          </p:cNvPr>
          <p:cNvSpPr txBox="1">
            <a:spLocks/>
          </p:cNvSpPr>
          <p:nvPr/>
        </p:nvSpPr>
        <p:spPr>
          <a:xfrm>
            <a:off x="6271032" y="2455171"/>
            <a:ext cx="3986713" cy="592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Gilroy ExtraBold" panose="00000900000000000000" pitchFamily="50" charset="0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spc="-150">
                <a:solidFill>
                  <a:srgbClr val="FFFFFF"/>
                </a:solidFill>
                <a:latin typeface="Switzer" pitchFamily="50" charset="0"/>
              </a:rPr>
              <a:t>Nombre Apellido</a:t>
            </a:r>
            <a:endParaRPr kumimoji="0" lang="es-ES" sz="2800" i="0" u="none" strike="noStrike" kern="1200" cap="none" spc="-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witzer" pitchFamily="50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7FC5D1A-DB8F-43F5-BEDB-4E1F58D66049}"/>
              </a:ext>
            </a:extLst>
          </p:cNvPr>
          <p:cNvSpPr txBox="1"/>
          <p:nvPr/>
        </p:nvSpPr>
        <p:spPr>
          <a:xfrm>
            <a:off x="6789166" y="3636641"/>
            <a:ext cx="41068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cs typeface="Poppins" panose="00000500000000000000" pitchFamily="2" charset="0"/>
              </a:rPr>
              <a:t>Nombre.apellido@convertia.com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44B88B5-EA48-4D78-BE17-B1F2B66D3CA7}"/>
              </a:ext>
            </a:extLst>
          </p:cNvPr>
          <p:cNvSpPr txBox="1"/>
          <p:nvPr/>
        </p:nvSpPr>
        <p:spPr>
          <a:xfrm>
            <a:off x="6271032" y="2969851"/>
            <a:ext cx="3666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s-ES" sz="200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Cargo</a:t>
            </a:r>
            <a:endParaRPr kumimoji="0" lang="es-ES" sz="2000" i="0" u="none" strike="noStrike" kern="1200" cap="none" normalizeH="0" baseline="0" noProof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3" name="Forma libre: forma 22">
            <a:extLst>
              <a:ext uri="{FF2B5EF4-FFF2-40B4-BE49-F238E27FC236}">
                <a16:creationId xmlns:a16="http://schemas.microsoft.com/office/drawing/2014/main" id="{F681C523-1568-4BF9-9B84-936C1767D48A}"/>
              </a:ext>
            </a:extLst>
          </p:cNvPr>
          <p:cNvSpPr/>
          <p:nvPr/>
        </p:nvSpPr>
        <p:spPr>
          <a:xfrm>
            <a:off x="6404418" y="3723216"/>
            <a:ext cx="226739" cy="181391"/>
          </a:xfrm>
          <a:custGeom>
            <a:avLst/>
            <a:gdLst>
              <a:gd name="connsiteX0" fmla="*/ 171450 w 190500"/>
              <a:gd name="connsiteY0" fmla="*/ 0 h 152400"/>
              <a:gd name="connsiteX1" fmla="*/ 19050 w 190500"/>
              <a:gd name="connsiteY1" fmla="*/ 0 h 152400"/>
              <a:gd name="connsiteX2" fmla="*/ 95 w 190500"/>
              <a:gd name="connsiteY2" fmla="*/ 19050 h 152400"/>
              <a:gd name="connsiteX3" fmla="*/ 0 w 190500"/>
              <a:gd name="connsiteY3" fmla="*/ 133350 h 152400"/>
              <a:gd name="connsiteX4" fmla="*/ 19050 w 190500"/>
              <a:gd name="connsiteY4" fmla="*/ 152400 h 152400"/>
              <a:gd name="connsiteX5" fmla="*/ 171450 w 190500"/>
              <a:gd name="connsiteY5" fmla="*/ 152400 h 152400"/>
              <a:gd name="connsiteX6" fmla="*/ 190500 w 190500"/>
              <a:gd name="connsiteY6" fmla="*/ 133350 h 152400"/>
              <a:gd name="connsiteX7" fmla="*/ 190500 w 190500"/>
              <a:gd name="connsiteY7" fmla="*/ 19050 h 152400"/>
              <a:gd name="connsiteX8" fmla="*/ 171450 w 190500"/>
              <a:gd name="connsiteY8" fmla="*/ 0 h 152400"/>
              <a:gd name="connsiteX9" fmla="*/ 171450 w 190500"/>
              <a:gd name="connsiteY9" fmla="*/ 38100 h 152400"/>
              <a:gd name="connsiteX10" fmla="*/ 95250 w 190500"/>
              <a:gd name="connsiteY10" fmla="*/ 85725 h 152400"/>
              <a:gd name="connsiteX11" fmla="*/ 19050 w 190500"/>
              <a:gd name="connsiteY11" fmla="*/ 38100 h 152400"/>
              <a:gd name="connsiteX12" fmla="*/ 19050 w 190500"/>
              <a:gd name="connsiteY12" fmla="*/ 19050 h 152400"/>
              <a:gd name="connsiteX13" fmla="*/ 95250 w 190500"/>
              <a:gd name="connsiteY13" fmla="*/ 66675 h 152400"/>
              <a:gd name="connsiteX14" fmla="*/ 171450 w 190500"/>
              <a:gd name="connsiteY14" fmla="*/ 19050 h 152400"/>
              <a:gd name="connsiteX15" fmla="*/ 171450 w 190500"/>
              <a:gd name="connsiteY15" fmla="*/ 381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0500" h="152400">
                <a:moveTo>
                  <a:pt x="171450" y="0"/>
                </a:moveTo>
                <a:lnTo>
                  <a:pt x="19050" y="0"/>
                </a:lnTo>
                <a:cubicBezTo>
                  <a:pt x="8573" y="0"/>
                  <a:pt x="95" y="8573"/>
                  <a:pt x="95" y="19050"/>
                </a:cubicBezTo>
                <a:lnTo>
                  <a:pt x="0" y="133350"/>
                </a:lnTo>
                <a:cubicBezTo>
                  <a:pt x="0" y="143828"/>
                  <a:pt x="8573" y="152400"/>
                  <a:pt x="19050" y="152400"/>
                </a:cubicBezTo>
                <a:lnTo>
                  <a:pt x="171450" y="152400"/>
                </a:lnTo>
                <a:cubicBezTo>
                  <a:pt x="181928" y="152400"/>
                  <a:pt x="190500" y="143828"/>
                  <a:pt x="190500" y="133350"/>
                </a:cubicBezTo>
                <a:lnTo>
                  <a:pt x="190500" y="19050"/>
                </a:lnTo>
                <a:cubicBezTo>
                  <a:pt x="190500" y="8573"/>
                  <a:pt x="181928" y="0"/>
                  <a:pt x="171450" y="0"/>
                </a:cubicBezTo>
                <a:close/>
                <a:moveTo>
                  <a:pt x="171450" y="38100"/>
                </a:moveTo>
                <a:lnTo>
                  <a:pt x="95250" y="85725"/>
                </a:lnTo>
                <a:lnTo>
                  <a:pt x="19050" y="38100"/>
                </a:lnTo>
                <a:lnTo>
                  <a:pt x="19050" y="19050"/>
                </a:lnTo>
                <a:lnTo>
                  <a:pt x="95250" y="66675"/>
                </a:lnTo>
                <a:lnTo>
                  <a:pt x="171450" y="19050"/>
                </a:lnTo>
                <a:lnTo>
                  <a:pt x="171450" y="381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pic>
        <p:nvPicPr>
          <p:cNvPr id="24" name="Gráfico 23">
            <a:extLst>
              <a:ext uri="{FF2B5EF4-FFF2-40B4-BE49-F238E27FC236}">
                <a16:creationId xmlns:a16="http://schemas.microsoft.com/office/drawing/2014/main" id="{A75A613A-4BBE-42BD-B699-FCC202106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8979" y="4190957"/>
            <a:ext cx="281763" cy="281763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6E440594-7E96-48F2-B4F8-F83A4B4D13AE}"/>
              </a:ext>
            </a:extLst>
          </p:cNvPr>
          <p:cNvSpPr txBox="1"/>
          <p:nvPr/>
        </p:nvSpPr>
        <p:spPr>
          <a:xfrm>
            <a:off x="6789166" y="4153758"/>
            <a:ext cx="36666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uLnTx/>
                <a:uFillTx/>
                <a:cs typeface="Poppins" panose="00000500000000000000" pitchFamily="2" charset="0"/>
              </a:rPr>
              <a:t>+00 000 00 00 00</a:t>
            </a:r>
          </a:p>
        </p:txBody>
      </p:sp>
    </p:spTree>
    <p:extLst>
      <p:ext uri="{BB962C8B-B14F-4D97-AF65-F5344CB8AC3E}">
        <p14:creationId xmlns:p14="http://schemas.microsoft.com/office/powerpoint/2010/main" val="8192286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72DEAE72-13A7-4B82-917C-ED852EB0D482}"/>
              </a:ext>
            </a:extLst>
          </p:cNvPr>
          <p:cNvSpPr txBox="1">
            <a:spLocks/>
          </p:cNvSpPr>
          <p:nvPr/>
        </p:nvSpPr>
        <p:spPr>
          <a:xfrm>
            <a:off x="1525566" y="3069701"/>
            <a:ext cx="3859234" cy="592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Gilroy ExtraBold" panose="00000900000000000000" pitchFamily="50" charset="0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spc="-150">
                <a:solidFill>
                  <a:schemeClr val="bg1"/>
                </a:solidFill>
                <a:latin typeface="+mj-lt"/>
              </a:rPr>
              <a:t>Contáctanos</a:t>
            </a:r>
            <a:endParaRPr kumimoji="0" lang="es-ES" sz="4400" i="0" u="none" strike="noStrike" kern="1200" cap="none" spc="-15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" name="Google Shape;525;g53ebe8c28f_1_254">
            <a:extLst>
              <a:ext uri="{FF2B5EF4-FFF2-40B4-BE49-F238E27FC236}">
                <a16:creationId xmlns:a16="http://schemas.microsoft.com/office/drawing/2014/main" id="{9AF4791C-37DB-4A5B-9401-FD6585D09045}"/>
              </a:ext>
            </a:extLst>
          </p:cNvPr>
          <p:cNvSpPr txBox="1"/>
          <p:nvPr/>
        </p:nvSpPr>
        <p:spPr>
          <a:xfrm>
            <a:off x="7178008" y="3332641"/>
            <a:ext cx="2533056" cy="512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7974" tIns="47974" rIns="47974" bIns="47974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Avenida de Burgos 12B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,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 2ª planta</a:t>
            </a: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280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3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6, Madrid.</a:t>
            </a:r>
          </a:p>
        </p:txBody>
      </p:sp>
      <p:sp>
        <p:nvSpPr>
          <p:cNvPr id="6" name="Google Shape;524;g53ebe8c28f_1_254">
            <a:extLst>
              <a:ext uri="{FF2B5EF4-FFF2-40B4-BE49-F238E27FC236}">
                <a16:creationId xmlns:a16="http://schemas.microsoft.com/office/drawing/2014/main" id="{AA74E712-1CDF-4821-A606-CF773FE3D4ED}"/>
              </a:ext>
            </a:extLst>
          </p:cNvPr>
          <p:cNvSpPr txBox="1"/>
          <p:nvPr/>
        </p:nvSpPr>
        <p:spPr>
          <a:xfrm>
            <a:off x="7178007" y="1542735"/>
            <a:ext cx="3488427" cy="835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7974" tIns="47974" rIns="47974" bIns="47974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Alejandro Dumas 30, Colonia Polanco IV Sección, </a:t>
            </a: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Alcaldía Miguel Hidalgo, C.P. 11550, CDMX</a:t>
            </a: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(+52) 1 55 4742 2180</a:t>
            </a:r>
          </a:p>
        </p:txBody>
      </p:sp>
      <p:sp>
        <p:nvSpPr>
          <p:cNvPr id="7" name="Google Shape;526;g53ebe8c28f_1_254">
            <a:extLst>
              <a:ext uri="{FF2B5EF4-FFF2-40B4-BE49-F238E27FC236}">
                <a16:creationId xmlns:a16="http://schemas.microsoft.com/office/drawing/2014/main" id="{CC4BAEBB-8FBF-4C2A-8D59-CB4DD3050862}"/>
              </a:ext>
            </a:extLst>
          </p:cNvPr>
          <p:cNvSpPr txBox="1"/>
          <p:nvPr/>
        </p:nvSpPr>
        <p:spPr>
          <a:xfrm>
            <a:off x="7178008" y="4835790"/>
            <a:ext cx="1974982" cy="1004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7974" tIns="47974" rIns="47974" bIns="47974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Calle 93 B No. 19-35,</a:t>
            </a:r>
            <a:r>
              <a:rPr kumimoji="0" lang="es-ES" sz="11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Of. 201,</a:t>
            </a:r>
            <a:endParaRPr kumimoji="0" lang="es-ES" sz="11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Poppins" panose="00000500000000000000" pitchFamily="2" charset="0"/>
              <a:sym typeface="DM Sans Regular"/>
            </a:endParaRP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Bogotá.</a:t>
            </a: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>
                <a:solidFill>
                  <a:srgbClr val="0E6866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(+57) 1 514 1473 </a:t>
            </a:r>
            <a:r>
              <a:rPr kumimoji="0" sz="1100" b="0" i="0" u="none" strike="noStrike" kern="1200" cap="none" spc="0" normalizeH="0" baseline="0" noProof="0" err="1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ext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Poppins" panose="00000500000000000000" pitchFamily="2" charset="0"/>
                <a:sym typeface="DM Sans Regular"/>
              </a:rPr>
              <a:t> 201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4A1FDA9-6C4A-496D-A45B-D92E6C850D36}"/>
              </a:ext>
            </a:extLst>
          </p:cNvPr>
          <p:cNvCxnSpPr>
            <a:cxnSpLocks/>
          </p:cNvCxnSpPr>
          <p:nvPr/>
        </p:nvCxnSpPr>
        <p:spPr>
          <a:xfrm>
            <a:off x="5889549" y="1171617"/>
            <a:ext cx="0" cy="477641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FB965534-AD95-4C0D-9216-688B8F7642F8}"/>
              </a:ext>
            </a:extLst>
          </p:cNvPr>
          <p:cNvSpPr txBox="1"/>
          <p:nvPr/>
        </p:nvSpPr>
        <p:spPr>
          <a:xfrm>
            <a:off x="7126638" y="2913176"/>
            <a:ext cx="1615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España</a:t>
            </a:r>
            <a:endParaRPr lang="es-E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2343CC-CE47-419C-9DCF-30E9A8FFBF67}"/>
              </a:ext>
            </a:extLst>
          </p:cNvPr>
          <p:cNvSpPr txBox="1"/>
          <p:nvPr/>
        </p:nvSpPr>
        <p:spPr>
          <a:xfrm>
            <a:off x="7126638" y="4470069"/>
            <a:ext cx="1804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Colombia</a:t>
            </a:r>
            <a:endParaRPr lang="es-E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F8550BF-FC60-4E32-BAFB-5F9D8F6C7B40}"/>
              </a:ext>
            </a:extLst>
          </p:cNvPr>
          <p:cNvSpPr txBox="1"/>
          <p:nvPr/>
        </p:nvSpPr>
        <p:spPr>
          <a:xfrm>
            <a:off x="7126638" y="1171617"/>
            <a:ext cx="1459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</a:rPr>
              <a:t>México</a:t>
            </a:r>
            <a:endParaRPr lang="es-ES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14DBB7A-3E8B-4F78-9483-1C3A20E78A69}"/>
              </a:ext>
            </a:extLst>
          </p:cNvPr>
          <p:cNvGrpSpPr/>
          <p:nvPr/>
        </p:nvGrpSpPr>
        <p:grpSpPr>
          <a:xfrm>
            <a:off x="6462752" y="1199768"/>
            <a:ext cx="484852" cy="484852"/>
            <a:chOff x="6394299" y="1258116"/>
            <a:chExt cx="612624" cy="612624"/>
          </a:xfrm>
        </p:grpSpPr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id="{E08A9E12-8E05-4CDF-913F-5A257294BC61}"/>
                </a:ext>
              </a:extLst>
            </p:cNvPr>
            <p:cNvSpPr/>
            <p:nvPr/>
          </p:nvSpPr>
          <p:spPr>
            <a:xfrm>
              <a:off x="6394299" y="1258116"/>
              <a:ext cx="612624" cy="612624"/>
            </a:xfrm>
            <a:prstGeom prst="ellipse">
              <a:avLst/>
            </a:pr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DE77B256-C0D0-47ED-B344-B7BDEC7B8988}"/>
                </a:ext>
              </a:extLst>
            </p:cNvPr>
            <p:cNvGrpSpPr/>
            <p:nvPr/>
          </p:nvGrpSpPr>
          <p:grpSpPr>
            <a:xfrm>
              <a:off x="6563465" y="1380149"/>
              <a:ext cx="274293" cy="321600"/>
              <a:chOff x="5543549" y="3282508"/>
              <a:chExt cx="676520" cy="793198"/>
            </a:xfrm>
            <a:solidFill>
              <a:schemeClr val="accent1"/>
            </a:solidFill>
          </p:grpSpPr>
          <p:sp>
            <p:nvSpPr>
              <p:cNvPr id="54" name="Forma libre: forma 53">
                <a:extLst>
                  <a:ext uri="{FF2B5EF4-FFF2-40B4-BE49-F238E27FC236}">
                    <a16:creationId xmlns:a16="http://schemas.microsoft.com/office/drawing/2014/main" id="{67AE7F4E-427A-41CA-A74A-A0E0946097BB}"/>
                  </a:ext>
                </a:extLst>
              </p:cNvPr>
              <p:cNvSpPr/>
              <p:nvPr/>
            </p:nvSpPr>
            <p:spPr>
              <a:xfrm>
                <a:off x="6051129" y="3282508"/>
                <a:ext cx="168940" cy="793198"/>
              </a:xfrm>
              <a:custGeom>
                <a:avLst/>
                <a:gdLst>
                  <a:gd name="connsiteX0" fmla="*/ 168940 w 168940"/>
                  <a:gd name="connsiteY0" fmla="*/ 793198 h 793198"/>
                  <a:gd name="connsiteX1" fmla="*/ 0 w 168940"/>
                  <a:gd name="connsiteY1" fmla="*/ 793198 h 793198"/>
                  <a:gd name="connsiteX2" fmla="*/ 0 w 168940"/>
                  <a:gd name="connsiteY2" fmla="*/ 0 h 793198"/>
                  <a:gd name="connsiteX3" fmla="*/ 168940 w 168940"/>
                  <a:gd name="connsiteY3" fmla="*/ 238549 h 793198"/>
                  <a:gd name="connsiteX4" fmla="*/ 168940 w 168940"/>
                  <a:gd name="connsiteY4" fmla="*/ 793198 h 793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8940" h="793198">
                    <a:moveTo>
                      <a:pt x="168940" y="793198"/>
                    </a:moveTo>
                    <a:lnTo>
                      <a:pt x="0" y="793198"/>
                    </a:lnTo>
                    <a:lnTo>
                      <a:pt x="0" y="0"/>
                    </a:lnTo>
                    <a:lnTo>
                      <a:pt x="168940" y="238549"/>
                    </a:lnTo>
                    <a:lnTo>
                      <a:pt x="168940" y="793198"/>
                    </a:lnTo>
                    <a:close/>
                  </a:path>
                </a:pathLst>
              </a:custGeom>
              <a:grpFill/>
              <a:ln w="58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55" name="Forma libre: forma 54">
                <a:extLst>
                  <a:ext uri="{FF2B5EF4-FFF2-40B4-BE49-F238E27FC236}">
                    <a16:creationId xmlns:a16="http://schemas.microsoft.com/office/drawing/2014/main" id="{AE15A162-2CBC-4706-9C8D-6B0876225AA7}"/>
                  </a:ext>
                </a:extLst>
              </p:cNvPr>
              <p:cNvSpPr/>
              <p:nvPr/>
            </p:nvSpPr>
            <p:spPr>
              <a:xfrm>
                <a:off x="5543549" y="3397782"/>
                <a:ext cx="196795" cy="677923"/>
              </a:xfrm>
              <a:custGeom>
                <a:avLst/>
                <a:gdLst>
                  <a:gd name="connsiteX0" fmla="*/ 177934 w 196795"/>
                  <a:gd name="connsiteY0" fmla="*/ 552664 h 677923"/>
                  <a:gd name="connsiteX1" fmla="*/ 177934 w 196795"/>
                  <a:gd name="connsiteY1" fmla="*/ 490063 h 677923"/>
                  <a:gd name="connsiteX2" fmla="*/ 157028 w 196795"/>
                  <a:gd name="connsiteY2" fmla="*/ 490063 h 677923"/>
                  <a:gd name="connsiteX3" fmla="*/ 157028 w 196795"/>
                  <a:gd name="connsiteY3" fmla="*/ 185876 h 677923"/>
                  <a:gd name="connsiteX4" fmla="*/ 151071 w 196795"/>
                  <a:gd name="connsiteY4" fmla="*/ 185876 h 677923"/>
                  <a:gd name="connsiteX5" fmla="*/ 151071 w 196795"/>
                  <a:gd name="connsiteY5" fmla="*/ 160298 h 677923"/>
                  <a:gd name="connsiteX6" fmla="*/ 129231 w 196795"/>
                  <a:gd name="connsiteY6" fmla="*/ 160298 h 677923"/>
                  <a:gd name="connsiteX7" fmla="*/ 129231 w 196795"/>
                  <a:gd name="connsiteY7" fmla="*/ 115566 h 677923"/>
                  <a:gd name="connsiteX8" fmla="*/ 114807 w 196795"/>
                  <a:gd name="connsiteY8" fmla="*/ 115566 h 677923"/>
                  <a:gd name="connsiteX9" fmla="*/ 114807 w 196795"/>
                  <a:gd name="connsiteY9" fmla="*/ 105114 h 677923"/>
                  <a:gd name="connsiteX10" fmla="*/ 103595 w 196795"/>
                  <a:gd name="connsiteY10" fmla="*/ 105114 h 677923"/>
                  <a:gd name="connsiteX11" fmla="*/ 103595 w 196795"/>
                  <a:gd name="connsiteY11" fmla="*/ 0 h 677923"/>
                  <a:gd name="connsiteX12" fmla="*/ 93200 w 196795"/>
                  <a:gd name="connsiteY12" fmla="*/ 0 h 677923"/>
                  <a:gd name="connsiteX13" fmla="*/ 93200 w 196795"/>
                  <a:gd name="connsiteY13" fmla="*/ 105114 h 677923"/>
                  <a:gd name="connsiteX14" fmla="*/ 81988 w 196795"/>
                  <a:gd name="connsiteY14" fmla="*/ 105114 h 677923"/>
                  <a:gd name="connsiteX15" fmla="*/ 81988 w 196795"/>
                  <a:gd name="connsiteY15" fmla="*/ 115566 h 677923"/>
                  <a:gd name="connsiteX16" fmla="*/ 67565 w 196795"/>
                  <a:gd name="connsiteY16" fmla="*/ 115566 h 677923"/>
                  <a:gd name="connsiteX17" fmla="*/ 67565 w 196795"/>
                  <a:gd name="connsiteY17" fmla="*/ 160298 h 677923"/>
                  <a:gd name="connsiteX18" fmla="*/ 45724 w 196795"/>
                  <a:gd name="connsiteY18" fmla="*/ 160298 h 677923"/>
                  <a:gd name="connsiteX19" fmla="*/ 45724 w 196795"/>
                  <a:gd name="connsiteY19" fmla="*/ 185876 h 677923"/>
                  <a:gd name="connsiteX20" fmla="*/ 39768 w 196795"/>
                  <a:gd name="connsiteY20" fmla="*/ 185876 h 677923"/>
                  <a:gd name="connsiteX21" fmla="*/ 39768 w 196795"/>
                  <a:gd name="connsiteY21" fmla="*/ 490063 h 677923"/>
                  <a:gd name="connsiteX22" fmla="*/ 18862 w 196795"/>
                  <a:gd name="connsiteY22" fmla="*/ 490063 h 677923"/>
                  <a:gd name="connsiteX23" fmla="*/ 18862 w 196795"/>
                  <a:gd name="connsiteY23" fmla="*/ 552664 h 677923"/>
                  <a:gd name="connsiteX24" fmla="*/ 0 w 196795"/>
                  <a:gd name="connsiteY24" fmla="*/ 552664 h 677923"/>
                  <a:gd name="connsiteX25" fmla="*/ 0 w 196795"/>
                  <a:gd name="connsiteY25" fmla="*/ 677924 h 677923"/>
                  <a:gd name="connsiteX26" fmla="*/ 196796 w 196795"/>
                  <a:gd name="connsiteY26" fmla="*/ 677924 h 677923"/>
                  <a:gd name="connsiteX27" fmla="*/ 196796 w 196795"/>
                  <a:gd name="connsiteY27" fmla="*/ 552664 h 677923"/>
                  <a:gd name="connsiteX28" fmla="*/ 177934 w 196795"/>
                  <a:gd name="connsiteY28" fmla="*/ 552664 h 677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96795" h="677923">
                    <a:moveTo>
                      <a:pt x="177934" y="552664"/>
                    </a:moveTo>
                    <a:lnTo>
                      <a:pt x="177934" y="490063"/>
                    </a:lnTo>
                    <a:lnTo>
                      <a:pt x="157028" y="490063"/>
                    </a:lnTo>
                    <a:lnTo>
                      <a:pt x="157028" y="185876"/>
                    </a:lnTo>
                    <a:lnTo>
                      <a:pt x="151071" y="185876"/>
                    </a:lnTo>
                    <a:lnTo>
                      <a:pt x="151071" y="160298"/>
                    </a:lnTo>
                    <a:lnTo>
                      <a:pt x="129231" y="160298"/>
                    </a:lnTo>
                    <a:lnTo>
                      <a:pt x="129231" y="115566"/>
                    </a:lnTo>
                    <a:lnTo>
                      <a:pt x="114807" y="115566"/>
                    </a:lnTo>
                    <a:lnTo>
                      <a:pt x="114807" y="105114"/>
                    </a:lnTo>
                    <a:lnTo>
                      <a:pt x="103595" y="105114"/>
                    </a:lnTo>
                    <a:lnTo>
                      <a:pt x="103595" y="0"/>
                    </a:lnTo>
                    <a:lnTo>
                      <a:pt x="93200" y="0"/>
                    </a:lnTo>
                    <a:lnTo>
                      <a:pt x="93200" y="105114"/>
                    </a:lnTo>
                    <a:lnTo>
                      <a:pt x="81988" y="105114"/>
                    </a:lnTo>
                    <a:lnTo>
                      <a:pt x="81988" y="115566"/>
                    </a:lnTo>
                    <a:lnTo>
                      <a:pt x="67565" y="115566"/>
                    </a:lnTo>
                    <a:lnTo>
                      <a:pt x="67565" y="160298"/>
                    </a:lnTo>
                    <a:lnTo>
                      <a:pt x="45724" y="160298"/>
                    </a:lnTo>
                    <a:lnTo>
                      <a:pt x="45724" y="185876"/>
                    </a:lnTo>
                    <a:lnTo>
                      <a:pt x="39768" y="185876"/>
                    </a:lnTo>
                    <a:lnTo>
                      <a:pt x="39768" y="490063"/>
                    </a:lnTo>
                    <a:lnTo>
                      <a:pt x="18862" y="490063"/>
                    </a:lnTo>
                    <a:lnTo>
                      <a:pt x="18862" y="552664"/>
                    </a:lnTo>
                    <a:lnTo>
                      <a:pt x="0" y="552664"/>
                    </a:lnTo>
                    <a:lnTo>
                      <a:pt x="0" y="677924"/>
                    </a:lnTo>
                    <a:lnTo>
                      <a:pt x="196796" y="677924"/>
                    </a:lnTo>
                    <a:lnTo>
                      <a:pt x="196796" y="552664"/>
                    </a:lnTo>
                    <a:lnTo>
                      <a:pt x="177934" y="552664"/>
                    </a:lnTo>
                    <a:close/>
                  </a:path>
                </a:pathLst>
              </a:custGeom>
              <a:grpFill/>
              <a:ln w="58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grpSp>
            <p:nvGrpSpPr>
              <p:cNvPr id="56" name="Gráfico 51">
                <a:extLst>
                  <a:ext uri="{FF2B5EF4-FFF2-40B4-BE49-F238E27FC236}">
                    <a16:creationId xmlns:a16="http://schemas.microsoft.com/office/drawing/2014/main" id="{83D2B2B2-3274-4D2D-A3D0-1C23E22EA2D8}"/>
                  </a:ext>
                </a:extLst>
              </p:cNvPr>
              <p:cNvGrpSpPr/>
              <p:nvPr/>
            </p:nvGrpSpPr>
            <p:grpSpPr>
              <a:xfrm>
                <a:off x="5725570" y="3282508"/>
                <a:ext cx="380218" cy="793198"/>
                <a:chOff x="5725570" y="3282508"/>
                <a:chExt cx="380218" cy="793198"/>
              </a:xfrm>
              <a:grpFill/>
            </p:grpSpPr>
            <p:sp>
              <p:nvSpPr>
                <p:cNvPr id="57" name="Forma libre: forma 56">
                  <a:extLst>
                    <a:ext uri="{FF2B5EF4-FFF2-40B4-BE49-F238E27FC236}">
                      <a16:creationId xmlns:a16="http://schemas.microsoft.com/office/drawing/2014/main" id="{09C0377F-BF0A-4008-90DD-C084AFB772BB}"/>
                    </a:ext>
                  </a:extLst>
                </p:cNvPr>
                <p:cNvSpPr/>
                <p:nvPr/>
              </p:nvSpPr>
              <p:spPr>
                <a:xfrm>
                  <a:off x="5725570" y="3282508"/>
                  <a:ext cx="65579" cy="793198"/>
                </a:xfrm>
                <a:custGeom>
                  <a:avLst/>
                  <a:gdLst>
                    <a:gd name="connsiteX0" fmla="*/ 0 w 65579"/>
                    <a:gd name="connsiteY0" fmla="*/ 0 h 793198"/>
                    <a:gd name="connsiteX1" fmla="*/ 65579 w 65579"/>
                    <a:gd name="connsiteY1" fmla="*/ 0 h 793198"/>
                    <a:gd name="connsiteX2" fmla="*/ 65579 w 65579"/>
                    <a:gd name="connsiteY2" fmla="*/ 793198 h 793198"/>
                    <a:gd name="connsiteX3" fmla="*/ 0 w 65579"/>
                    <a:gd name="connsiteY3" fmla="*/ 793198 h 793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579" h="793198">
                      <a:moveTo>
                        <a:pt x="0" y="0"/>
                      </a:moveTo>
                      <a:lnTo>
                        <a:pt x="65579" y="0"/>
                      </a:lnTo>
                      <a:lnTo>
                        <a:pt x="65579" y="793198"/>
                      </a:lnTo>
                      <a:lnTo>
                        <a:pt x="0" y="793198"/>
                      </a:lnTo>
                      <a:close/>
                    </a:path>
                  </a:pathLst>
                </a:custGeom>
                <a:grpFill/>
                <a:ln w="58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ES"/>
                </a:p>
              </p:txBody>
            </p:sp>
            <p:sp>
              <p:nvSpPr>
                <p:cNvPr id="58" name="Forma libre: forma 57">
                  <a:extLst>
                    <a:ext uri="{FF2B5EF4-FFF2-40B4-BE49-F238E27FC236}">
                      <a16:creationId xmlns:a16="http://schemas.microsoft.com/office/drawing/2014/main" id="{B4C5D8DA-7055-41B8-BC8B-C435E0258A38}"/>
                    </a:ext>
                  </a:extLst>
                </p:cNvPr>
                <p:cNvSpPr/>
                <p:nvPr/>
              </p:nvSpPr>
              <p:spPr>
                <a:xfrm>
                  <a:off x="5809076" y="3282508"/>
                  <a:ext cx="104354" cy="793198"/>
                </a:xfrm>
                <a:custGeom>
                  <a:avLst/>
                  <a:gdLst>
                    <a:gd name="connsiteX0" fmla="*/ 0 w 104354"/>
                    <a:gd name="connsiteY0" fmla="*/ 0 h 793198"/>
                    <a:gd name="connsiteX1" fmla="*/ 104354 w 104354"/>
                    <a:gd name="connsiteY1" fmla="*/ 0 h 793198"/>
                    <a:gd name="connsiteX2" fmla="*/ 104354 w 104354"/>
                    <a:gd name="connsiteY2" fmla="*/ 793198 h 793198"/>
                    <a:gd name="connsiteX3" fmla="*/ 0 w 104354"/>
                    <a:gd name="connsiteY3" fmla="*/ 793198 h 793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4354" h="793198">
                      <a:moveTo>
                        <a:pt x="0" y="0"/>
                      </a:moveTo>
                      <a:lnTo>
                        <a:pt x="104354" y="0"/>
                      </a:lnTo>
                      <a:lnTo>
                        <a:pt x="104354" y="793198"/>
                      </a:lnTo>
                      <a:lnTo>
                        <a:pt x="0" y="793198"/>
                      </a:lnTo>
                      <a:close/>
                    </a:path>
                  </a:pathLst>
                </a:custGeom>
                <a:grpFill/>
                <a:ln w="58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ES"/>
                </a:p>
              </p:txBody>
            </p:sp>
            <p:sp>
              <p:nvSpPr>
                <p:cNvPr id="59" name="Forma libre: forma 58">
                  <a:extLst>
                    <a:ext uri="{FF2B5EF4-FFF2-40B4-BE49-F238E27FC236}">
                      <a16:creationId xmlns:a16="http://schemas.microsoft.com/office/drawing/2014/main" id="{42B67B65-C9B0-4E7B-B9D5-3A1B8F5CDEFB}"/>
                    </a:ext>
                  </a:extLst>
                </p:cNvPr>
                <p:cNvSpPr/>
                <p:nvPr/>
              </p:nvSpPr>
              <p:spPr>
                <a:xfrm>
                  <a:off x="5935796" y="3939058"/>
                  <a:ext cx="169991" cy="136647"/>
                </a:xfrm>
                <a:custGeom>
                  <a:avLst/>
                  <a:gdLst>
                    <a:gd name="connsiteX0" fmla="*/ 0 w 169991"/>
                    <a:gd name="connsiteY0" fmla="*/ 0 h 136647"/>
                    <a:gd name="connsiteX1" fmla="*/ 169992 w 169991"/>
                    <a:gd name="connsiteY1" fmla="*/ 0 h 136647"/>
                    <a:gd name="connsiteX2" fmla="*/ 169992 w 169991"/>
                    <a:gd name="connsiteY2" fmla="*/ 136648 h 136647"/>
                    <a:gd name="connsiteX3" fmla="*/ 0 w 169991"/>
                    <a:gd name="connsiteY3" fmla="*/ 136648 h 136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69991" h="136647">
                      <a:moveTo>
                        <a:pt x="0" y="0"/>
                      </a:moveTo>
                      <a:lnTo>
                        <a:pt x="169992" y="0"/>
                      </a:lnTo>
                      <a:lnTo>
                        <a:pt x="169992" y="136648"/>
                      </a:lnTo>
                      <a:lnTo>
                        <a:pt x="0" y="136648"/>
                      </a:lnTo>
                      <a:close/>
                    </a:path>
                  </a:pathLst>
                </a:custGeom>
                <a:grpFill/>
                <a:ln w="583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ES"/>
                </a:p>
              </p:txBody>
            </p:sp>
          </p:grpSp>
        </p:grp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4785854A-C1C6-45D2-84B9-D2547CC5D272}"/>
              </a:ext>
            </a:extLst>
          </p:cNvPr>
          <p:cNvGrpSpPr/>
          <p:nvPr/>
        </p:nvGrpSpPr>
        <p:grpSpPr>
          <a:xfrm>
            <a:off x="6462752" y="2953652"/>
            <a:ext cx="484852" cy="484852"/>
            <a:chOff x="6394299" y="2953651"/>
            <a:chExt cx="612624" cy="612624"/>
          </a:xfrm>
        </p:grpSpPr>
        <p:sp>
          <p:nvSpPr>
            <p:cNvPr id="116" name="Elipse 115">
              <a:extLst>
                <a:ext uri="{FF2B5EF4-FFF2-40B4-BE49-F238E27FC236}">
                  <a16:creationId xmlns:a16="http://schemas.microsoft.com/office/drawing/2014/main" id="{E2885339-85ED-4E50-AC8C-D34DA97D1542}"/>
                </a:ext>
              </a:extLst>
            </p:cNvPr>
            <p:cNvSpPr/>
            <p:nvPr/>
          </p:nvSpPr>
          <p:spPr>
            <a:xfrm>
              <a:off x="6394299" y="2953651"/>
              <a:ext cx="612624" cy="612624"/>
            </a:xfrm>
            <a:prstGeom prst="ellipse">
              <a:avLst/>
            </a:pr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FC13B17E-41F6-4DD7-A68E-1E161E433A36}"/>
                </a:ext>
              </a:extLst>
            </p:cNvPr>
            <p:cNvGrpSpPr/>
            <p:nvPr/>
          </p:nvGrpSpPr>
          <p:grpSpPr>
            <a:xfrm>
              <a:off x="6519645" y="3132809"/>
              <a:ext cx="361932" cy="254308"/>
              <a:chOff x="5776912" y="3205162"/>
              <a:chExt cx="634555" cy="445864"/>
            </a:xfrm>
            <a:solidFill>
              <a:schemeClr val="accent1"/>
            </a:solidFill>
          </p:grpSpPr>
          <p:sp>
            <p:nvSpPr>
              <p:cNvPr id="71" name="Forma libre: forma 70">
                <a:extLst>
                  <a:ext uri="{FF2B5EF4-FFF2-40B4-BE49-F238E27FC236}">
                    <a16:creationId xmlns:a16="http://schemas.microsoft.com/office/drawing/2014/main" id="{83DAA54A-9FF8-4525-8350-E718995E969A}"/>
                  </a:ext>
                </a:extLst>
              </p:cNvPr>
              <p:cNvSpPr/>
              <p:nvPr/>
            </p:nvSpPr>
            <p:spPr>
              <a:xfrm>
                <a:off x="5968269" y="3361419"/>
                <a:ext cx="443198" cy="289607"/>
              </a:xfrm>
              <a:custGeom>
                <a:avLst/>
                <a:gdLst>
                  <a:gd name="connsiteX0" fmla="*/ 215932 w 443198"/>
                  <a:gd name="connsiteY0" fmla="*/ 7763 h 289607"/>
                  <a:gd name="connsiteX1" fmla="*/ 224314 w 443198"/>
                  <a:gd name="connsiteY1" fmla="*/ 809 h 289607"/>
                  <a:gd name="connsiteX2" fmla="*/ 227171 w 443198"/>
                  <a:gd name="connsiteY2" fmla="*/ 7763 h 289607"/>
                  <a:gd name="connsiteX3" fmla="*/ 227171 w 443198"/>
                  <a:gd name="connsiteY3" fmla="*/ 239125 h 289607"/>
                  <a:gd name="connsiteX4" fmla="*/ 241173 w 443198"/>
                  <a:gd name="connsiteY4" fmla="*/ 239125 h 289607"/>
                  <a:gd name="connsiteX5" fmla="*/ 241173 w 443198"/>
                  <a:gd name="connsiteY5" fmla="*/ 258747 h 289607"/>
                  <a:gd name="connsiteX6" fmla="*/ 288703 w 443198"/>
                  <a:gd name="connsiteY6" fmla="*/ 261699 h 289607"/>
                  <a:gd name="connsiteX7" fmla="*/ 288893 w 443198"/>
                  <a:gd name="connsiteY7" fmla="*/ 281226 h 289607"/>
                  <a:gd name="connsiteX8" fmla="*/ 330994 w 443198"/>
                  <a:gd name="connsiteY8" fmla="*/ 281226 h 289607"/>
                  <a:gd name="connsiteX9" fmla="*/ 255270 w 443198"/>
                  <a:gd name="connsiteY9" fmla="*/ 63960 h 289607"/>
                  <a:gd name="connsiteX10" fmla="*/ 268319 w 443198"/>
                  <a:gd name="connsiteY10" fmla="*/ 32052 h 289607"/>
                  <a:gd name="connsiteX11" fmla="*/ 331946 w 443198"/>
                  <a:gd name="connsiteY11" fmla="*/ 31575 h 289607"/>
                  <a:gd name="connsiteX12" fmla="*/ 443198 w 443198"/>
                  <a:gd name="connsiteY12" fmla="*/ 289608 h 289607"/>
                  <a:gd name="connsiteX13" fmla="*/ 0 w 443198"/>
                  <a:gd name="connsiteY13" fmla="*/ 289608 h 289607"/>
                  <a:gd name="connsiteX14" fmla="*/ 111157 w 443198"/>
                  <a:gd name="connsiteY14" fmla="*/ 32052 h 289607"/>
                  <a:gd name="connsiteX15" fmla="*/ 174879 w 443198"/>
                  <a:gd name="connsiteY15" fmla="*/ 32052 h 289607"/>
                  <a:gd name="connsiteX16" fmla="*/ 188024 w 443198"/>
                  <a:gd name="connsiteY16" fmla="*/ 63960 h 289607"/>
                  <a:gd name="connsiteX17" fmla="*/ 117824 w 443198"/>
                  <a:gd name="connsiteY17" fmla="*/ 267129 h 289607"/>
                  <a:gd name="connsiteX18" fmla="*/ 160782 w 443198"/>
                  <a:gd name="connsiteY18" fmla="*/ 264271 h 289607"/>
                  <a:gd name="connsiteX19" fmla="*/ 166688 w 443198"/>
                  <a:gd name="connsiteY19" fmla="*/ 258461 h 289607"/>
                  <a:gd name="connsiteX20" fmla="*/ 204788 w 443198"/>
                  <a:gd name="connsiteY20" fmla="*/ 258651 h 289607"/>
                  <a:gd name="connsiteX21" fmla="*/ 204788 w 443198"/>
                  <a:gd name="connsiteY21" fmla="*/ 241792 h 289607"/>
                  <a:gd name="connsiteX22" fmla="*/ 216027 w 443198"/>
                  <a:gd name="connsiteY22" fmla="*/ 241792 h 289607"/>
                  <a:gd name="connsiteX23" fmla="*/ 216027 w 443198"/>
                  <a:gd name="connsiteY23" fmla="*/ 7667 h 289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43198" h="289607">
                    <a:moveTo>
                      <a:pt x="215932" y="7763"/>
                    </a:moveTo>
                    <a:cubicBezTo>
                      <a:pt x="216408" y="4905"/>
                      <a:pt x="220599" y="-2429"/>
                      <a:pt x="224314" y="809"/>
                    </a:cubicBezTo>
                    <a:cubicBezTo>
                      <a:pt x="223552" y="3477"/>
                      <a:pt x="227171" y="6715"/>
                      <a:pt x="227171" y="7763"/>
                    </a:cubicBezTo>
                    <a:lnTo>
                      <a:pt x="227171" y="239125"/>
                    </a:lnTo>
                    <a:lnTo>
                      <a:pt x="241173" y="239125"/>
                    </a:lnTo>
                    <a:cubicBezTo>
                      <a:pt x="241173" y="239125"/>
                      <a:pt x="241173" y="258747"/>
                      <a:pt x="241173" y="258747"/>
                    </a:cubicBezTo>
                    <a:lnTo>
                      <a:pt x="288703" y="261699"/>
                    </a:lnTo>
                    <a:lnTo>
                      <a:pt x="288893" y="281226"/>
                    </a:lnTo>
                    <a:lnTo>
                      <a:pt x="330994" y="281226"/>
                    </a:lnTo>
                    <a:lnTo>
                      <a:pt x="255270" y="63960"/>
                    </a:lnTo>
                    <a:lnTo>
                      <a:pt x="268319" y="32052"/>
                    </a:lnTo>
                    <a:lnTo>
                      <a:pt x="331946" y="31575"/>
                    </a:lnTo>
                    <a:lnTo>
                      <a:pt x="443198" y="289608"/>
                    </a:lnTo>
                    <a:lnTo>
                      <a:pt x="0" y="289608"/>
                    </a:lnTo>
                    <a:lnTo>
                      <a:pt x="111157" y="32052"/>
                    </a:lnTo>
                    <a:lnTo>
                      <a:pt x="174879" y="32052"/>
                    </a:lnTo>
                    <a:cubicBezTo>
                      <a:pt x="174879" y="32052"/>
                      <a:pt x="188024" y="63960"/>
                      <a:pt x="188024" y="63960"/>
                    </a:cubicBezTo>
                    <a:lnTo>
                      <a:pt x="117824" y="267129"/>
                    </a:lnTo>
                    <a:cubicBezTo>
                      <a:pt x="129826" y="265224"/>
                      <a:pt x="149924" y="266652"/>
                      <a:pt x="160782" y="264271"/>
                    </a:cubicBezTo>
                    <a:cubicBezTo>
                      <a:pt x="162973" y="263795"/>
                      <a:pt x="161544" y="259128"/>
                      <a:pt x="166688" y="258461"/>
                    </a:cubicBezTo>
                    <a:cubicBezTo>
                      <a:pt x="172974" y="257604"/>
                      <a:pt x="203454" y="260080"/>
                      <a:pt x="204788" y="258651"/>
                    </a:cubicBezTo>
                    <a:lnTo>
                      <a:pt x="204788" y="241792"/>
                    </a:lnTo>
                    <a:cubicBezTo>
                      <a:pt x="204788" y="241792"/>
                      <a:pt x="216027" y="241792"/>
                      <a:pt x="216027" y="241792"/>
                    </a:cubicBezTo>
                    <a:lnTo>
                      <a:pt x="216027" y="766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72" name="Forma libre: forma 71">
                <a:extLst>
                  <a:ext uri="{FF2B5EF4-FFF2-40B4-BE49-F238E27FC236}">
                    <a16:creationId xmlns:a16="http://schemas.microsoft.com/office/drawing/2014/main" id="{FEFDEB87-1C54-4DA5-BA3F-D7F478B57A1C}"/>
                  </a:ext>
                </a:extLst>
              </p:cNvPr>
              <p:cNvSpPr/>
              <p:nvPr/>
            </p:nvSpPr>
            <p:spPr>
              <a:xfrm>
                <a:off x="5776912" y="3205162"/>
                <a:ext cx="91916" cy="445769"/>
              </a:xfrm>
              <a:custGeom>
                <a:avLst/>
                <a:gdLst>
                  <a:gd name="connsiteX0" fmla="*/ 91916 w 91916"/>
                  <a:gd name="connsiteY0" fmla="*/ 0 h 445769"/>
                  <a:gd name="connsiteX1" fmla="*/ 91916 w 91916"/>
                  <a:gd name="connsiteY1" fmla="*/ 445770 h 445769"/>
                  <a:gd name="connsiteX2" fmla="*/ 0 w 91916"/>
                  <a:gd name="connsiteY2" fmla="*/ 445770 h 445769"/>
                  <a:gd name="connsiteX3" fmla="*/ 0 w 91916"/>
                  <a:gd name="connsiteY3" fmla="*/ 0 h 445769"/>
                  <a:gd name="connsiteX4" fmla="*/ 91916 w 91916"/>
                  <a:gd name="connsiteY4" fmla="*/ 0 h 445769"/>
                  <a:gd name="connsiteX5" fmla="*/ 68104 w 91916"/>
                  <a:gd name="connsiteY5" fmla="*/ 23813 h 445769"/>
                  <a:gd name="connsiteX6" fmla="*/ 23813 w 91916"/>
                  <a:gd name="connsiteY6" fmla="*/ 23813 h 445769"/>
                  <a:gd name="connsiteX7" fmla="*/ 23813 w 91916"/>
                  <a:gd name="connsiteY7" fmla="*/ 44291 h 445769"/>
                  <a:gd name="connsiteX8" fmla="*/ 68104 w 91916"/>
                  <a:gd name="connsiteY8" fmla="*/ 44291 h 445769"/>
                  <a:gd name="connsiteX9" fmla="*/ 68104 w 91916"/>
                  <a:gd name="connsiteY9" fmla="*/ 23813 h 445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916" h="445769">
                    <a:moveTo>
                      <a:pt x="91916" y="0"/>
                    </a:moveTo>
                    <a:lnTo>
                      <a:pt x="91916" y="445770"/>
                    </a:lnTo>
                    <a:lnTo>
                      <a:pt x="0" y="445770"/>
                    </a:lnTo>
                    <a:lnTo>
                      <a:pt x="0" y="0"/>
                    </a:lnTo>
                    <a:lnTo>
                      <a:pt x="91916" y="0"/>
                    </a:lnTo>
                    <a:close/>
                    <a:moveTo>
                      <a:pt x="68104" y="23813"/>
                    </a:moveTo>
                    <a:lnTo>
                      <a:pt x="23813" y="23813"/>
                    </a:lnTo>
                    <a:lnTo>
                      <a:pt x="23813" y="44291"/>
                    </a:lnTo>
                    <a:lnTo>
                      <a:pt x="68104" y="44291"/>
                    </a:lnTo>
                    <a:lnTo>
                      <a:pt x="68104" y="2381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73" name="Forma libre: forma 72">
                <a:extLst>
                  <a:ext uri="{FF2B5EF4-FFF2-40B4-BE49-F238E27FC236}">
                    <a16:creationId xmlns:a16="http://schemas.microsoft.com/office/drawing/2014/main" id="{C9E082C2-9B62-480D-A490-F8AAEA71B278}"/>
                  </a:ext>
                </a:extLst>
              </p:cNvPr>
              <p:cNvSpPr/>
              <p:nvPr/>
            </p:nvSpPr>
            <p:spPr>
              <a:xfrm>
                <a:off x="5916072" y="3234700"/>
                <a:ext cx="78295" cy="416326"/>
              </a:xfrm>
              <a:custGeom>
                <a:avLst/>
                <a:gdLst>
                  <a:gd name="connsiteX0" fmla="*/ 0 w 78295"/>
                  <a:gd name="connsiteY0" fmla="*/ 9609 h 416326"/>
                  <a:gd name="connsiteX1" fmla="*/ 40862 w 78295"/>
                  <a:gd name="connsiteY1" fmla="*/ 1132 h 416326"/>
                  <a:gd name="connsiteX2" fmla="*/ 40862 w 78295"/>
                  <a:gd name="connsiteY2" fmla="*/ 21516 h 416326"/>
                  <a:gd name="connsiteX3" fmla="*/ 44291 w 78295"/>
                  <a:gd name="connsiteY3" fmla="*/ 7895 h 416326"/>
                  <a:gd name="connsiteX4" fmla="*/ 78296 w 78295"/>
                  <a:gd name="connsiteY4" fmla="*/ 16467 h 416326"/>
                  <a:gd name="connsiteX5" fmla="*/ 78296 w 78295"/>
                  <a:gd name="connsiteY5" fmla="*/ 416327 h 416326"/>
                  <a:gd name="connsiteX6" fmla="*/ 0 w 78295"/>
                  <a:gd name="connsiteY6" fmla="*/ 416327 h 416326"/>
                  <a:gd name="connsiteX7" fmla="*/ 0 w 78295"/>
                  <a:gd name="connsiteY7" fmla="*/ 9609 h 416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8295" h="416326">
                    <a:moveTo>
                      <a:pt x="0" y="9609"/>
                    </a:moveTo>
                    <a:cubicBezTo>
                      <a:pt x="10573" y="-2297"/>
                      <a:pt x="28861" y="-392"/>
                      <a:pt x="40862" y="1132"/>
                    </a:cubicBezTo>
                    <a:lnTo>
                      <a:pt x="40862" y="21516"/>
                    </a:lnTo>
                    <a:cubicBezTo>
                      <a:pt x="40862" y="21516"/>
                      <a:pt x="44291" y="7895"/>
                      <a:pt x="44291" y="7895"/>
                    </a:cubicBezTo>
                    <a:lnTo>
                      <a:pt x="78296" y="16467"/>
                    </a:lnTo>
                    <a:lnTo>
                      <a:pt x="78296" y="416327"/>
                    </a:lnTo>
                    <a:lnTo>
                      <a:pt x="0" y="416327"/>
                    </a:lnTo>
                    <a:lnTo>
                      <a:pt x="0" y="960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</p:grp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47B5C24-76BE-412E-9548-B0CBE8E6DB28}"/>
              </a:ext>
            </a:extLst>
          </p:cNvPr>
          <p:cNvGrpSpPr/>
          <p:nvPr/>
        </p:nvGrpSpPr>
        <p:grpSpPr>
          <a:xfrm>
            <a:off x="6462752" y="4516917"/>
            <a:ext cx="484852" cy="484852"/>
            <a:chOff x="6394299" y="4516916"/>
            <a:chExt cx="612624" cy="612624"/>
          </a:xfrm>
        </p:grpSpPr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id="{07B5F5EA-1B4E-46DA-A323-3B4E6FDC68AD}"/>
                </a:ext>
              </a:extLst>
            </p:cNvPr>
            <p:cNvSpPr/>
            <p:nvPr/>
          </p:nvSpPr>
          <p:spPr>
            <a:xfrm>
              <a:off x="6394299" y="4516916"/>
              <a:ext cx="612624" cy="612624"/>
            </a:xfrm>
            <a:prstGeom prst="ellipse">
              <a:avLst/>
            </a:pr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114" name="Grupo 113">
              <a:extLst>
                <a:ext uri="{FF2B5EF4-FFF2-40B4-BE49-F238E27FC236}">
                  <a16:creationId xmlns:a16="http://schemas.microsoft.com/office/drawing/2014/main" id="{E65CCE32-7237-4ACD-8845-32F2690D3617}"/>
                </a:ext>
              </a:extLst>
            </p:cNvPr>
            <p:cNvGrpSpPr/>
            <p:nvPr/>
          </p:nvGrpSpPr>
          <p:grpSpPr>
            <a:xfrm>
              <a:off x="6540328" y="4680532"/>
              <a:ext cx="320567" cy="285393"/>
              <a:chOff x="4715311" y="2214562"/>
              <a:chExt cx="2729193" cy="2429732"/>
            </a:xfrm>
            <a:solidFill>
              <a:schemeClr val="accent1"/>
            </a:solidFill>
          </p:grpSpPr>
          <p:sp>
            <p:nvSpPr>
              <p:cNvPr id="110" name="Forma libre: forma 109">
                <a:extLst>
                  <a:ext uri="{FF2B5EF4-FFF2-40B4-BE49-F238E27FC236}">
                    <a16:creationId xmlns:a16="http://schemas.microsoft.com/office/drawing/2014/main" id="{EAB5F8E6-E6AE-41D8-95A0-E6720470FD89}"/>
                  </a:ext>
                </a:extLst>
              </p:cNvPr>
              <p:cNvSpPr/>
              <p:nvPr/>
            </p:nvSpPr>
            <p:spPr>
              <a:xfrm>
                <a:off x="4715311" y="2741674"/>
                <a:ext cx="1342075" cy="1902620"/>
              </a:xfrm>
              <a:custGeom>
                <a:avLst/>
                <a:gdLst>
                  <a:gd name="connsiteX0" fmla="*/ 1101471 w 1342072"/>
                  <a:gd name="connsiteY0" fmla="*/ 1460087 h 1902618"/>
                  <a:gd name="connsiteX1" fmla="*/ 1101471 w 1342072"/>
                  <a:gd name="connsiteY1" fmla="*/ 1131094 h 1902618"/>
                  <a:gd name="connsiteX2" fmla="*/ 804672 w 1342072"/>
                  <a:gd name="connsiteY2" fmla="*/ 1131094 h 1902618"/>
                  <a:gd name="connsiteX3" fmla="*/ 804672 w 1342072"/>
                  <a:gd name="connsiteY3" fmla="*/ 1074801 h 1902618"/>
                  <a:gd name="connsiteX4" fmla="*/ 804672 w 1342072"/>
                  <a:gd name="connsiteY4" fmla="*/ 891921 h 1902618"/>
                  <a:gd name="connsiteX5" fmla="*/ 804672 w 1342072"/>
                  <a:gd name="connsiteY5" fmla="*/ 819817 h 1902618"/>
                  <a:gd name="connsiteX6" fmla="*/ 564071 w 1342072"/>
                  <a:gd name="connsiteY6" fmla="*/ 819817 h 1902618"/>
                  <a:gd name="connsiteX7" fmla="*/ 564071 w 1342072"/>
                  <a:gd name="connsiteY7" fmla="*/ 819626 h 1902618"/>
                  <a:gd name="connsiteX8" fmla="*/ 564071 w 1342072"/>
                  <a:gd name="connsiteY8" fmla="*/ 763333 h 1902618"/>
                  <a:gd name="connsiteX9" fmla="*/ 564071 w 1342072"/>
                  <a:gd name="connsiteY9" fmla="*/ 524637 h 1902618"/>
                  <a:gd name="connsiteX10" fmla="*/ 564071 w 1342072"/>
                  <a:gd name="connsiteY10" fmla="*/ 498634 h 1902618"/>
                  <a:gd name="connsiteX11" fmla="*/ 323469 w 1342072"/>
                  <a:gd name="connsiteY11" fmla="*/ 498634 h 1902618"/>
                  <a:gd name="connsiteX12" fmla="*/ 323469 w 1342072"/>
                  <a:gd name="connsiteY12" fmla="*/ 498539 h 1902618"/>
                  <a:gd name="connsiteX13" fmla="*/ 323469 w 1342072"/>
                  <a:gd name="connsiteY13" fmla="*/ 442246 h 1902618"/>
                  <a:gd name="connsiteX14" fmla="*/ 323469 w 1342072"/>
                  <a:gd name="connsiteY14" fmla="*/ 206121 h 1902618"/>
                  <a:gd name="connsiteX15" fmla="*/ 121634 w 1342072"/>
                  <a:gd name="connsiteY15" fmla="*/ 206121 h 1902618"/>
                  <a:gd name="connsiteX16" fmla="*/ 121634 w 1342072"/>
                  <a:gd name="connsiteY16" fmla="*/ 0 h 1902618"/>
                  <a:gd name="connsiteX17" fmla="*/ 0 w 1342072"/>
                  <a:gd name="connsiteY17" fmla="*/ 0 h 1902618"/>
                  <a:gd name="connsiteX18" fmla="*/ 0 w 1342072"/>
                  <a:gd name="connsiteY18" fmla="*/ 1902619 h 1902618"/>
                  <a:gd name="connsiteX19" fmla="*/ 88868 w 1342072"/>
                  <a:gd name="connsiteY19" fmla="*/ 1902619 h 1902618"/>
                  <a:gd name="connsiteX20" fmla="*/ 121634 w 1342072"/>
                  <a:gd name="connsiteY20" fmla="*/ 1902619 h 1902618"/>
                  <a:gd name="connsiteX21" fmla="*/ 284893 w 1342072"/>
                  <a:gd name="connsiteY21" fmla="*/ 1902619 h 1902618"/>
                  <a:gd name="connsiteX22" fmla="*/ 323469 w 1342072"/>
                  <a:gd name="connsiteY22" fmla="*/ 1902619 h 1902618"/>
                  <a:gd name="connsiteX23" fmla="*/ 525494 w 1342072"/>
                  <a:gd name="connsiteY23" fmla="*/ 1902619 h 1902618"/>
                  <a:gd name="connsiteX24" fmla="*/ 564071 w 1342072"/>
                  <a:gd name="connsiteY24" fmla="*/ 1902619 h 1902618"/>
                  <a:gd name="connsiteX25" fmla="*/ 668560 w 1342072"/>
                  <a:gd name="connsiteY25" fmla="*/ 1902619 h 1902618"/>
                  <a:gd name="connsiteX26" fmla="*/ 804672 w 1342072"/>
                  <a:gd name="connsiteY26" fmla="*/ 1902619 h 1902618"/>
                  <a:gd name="connsiteX27" fmla="*/ 951262 w 1342072"/>
                  <a:gd name="connsiteY27" fmla="*/ 1902619 h 1902618"/>
                  <a:gd name="connsiteX28" fmla="*/ 1005269 w 1342072"/>
                  <a:gd name="connsiteY28" fmla="*/ 1902619 h 1902618"/>
                  <a:gd name="connsiteX29" fmla="*/ 1342073 w 1342072"/>
                  <a:gd name="connsiteY29" fmla="*/ 1902619 h 1902618"/>
                  <a:gd name="connsiteX30" fmla="*/ 1342073 w 1342072"/>
                  <a:gd name="connsiteY30" fmla="*/ 1460087 h 1902618"/>
                  <a:gd name="connsiteX31" fmla="*/ 1101471 w 1342072"/>
                  <a:gd name="connsiteY31" fmla="*/ 1460087 h 190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342072" h="1902618">
                    <a:moveTo>
                      <a:pt x="1101471" y="1460087"/>
                    </a:moveTo>
                    <a:lnTo>
                      <a:pt x="1101471" y="1131094"/>
                    </a:lnTo>
                    <a:lnTo>
                      <a:pt x="804672" y="1131094"/>
                    </a:lnTo>
                    <a:lnTo>
                      <a:pt x="804672" y="1074801"/>
                    </a:lnTo>
                    <a:lnTo>
                      <a:pt x="804672" y="891921"/>
                    </a:lnTo>
                    <a:lnTo>
                      <a:pt x="804672" y="819817"/>
                    </a:lnTo>
                    <a:lnTo>
                      <a:pt x="564071" y="819817"/>
                    </a:lnTo>
                    <a:lnTo>
                      <a:pt x="564071" y="819626"/>
                    </a:lnTo>
                    <a:lnTo>
                      <a:pt x="564071" y="763333"/>
                    </a:lnTo>
                    <a:lnTo>
                      <a:pt x="564071" y="524637"/>
                    </a:lnTo>
                    <a:lnTo>
                      <a:pt x="564071" y="498634"/>
                    </a:lnTo>
                    <a:lnTo>
                      <a:pt x="323469" y="498634"/>
                    </a:lnTo>
                    <a:lnTo>
                      <a:pt x="323469" y="498539"/>
                    </a:lnTo>
                    <a:lnTo>
                      <a:pt x="323469" y="442246"/>
                    </a:lnTo>
                    <a:lnTo>
                      <a:pt x="323469" y="206121"/>
                    </a:lnTo>
                    <a:lnTo>
                      <a:pt x="121634" y="206121"/>
                    </a:lnTo>
                    <a:lnTo>
                      <a:pt x="121634" y="0"/>
                    </a:lnTo>
                    <a:lnTo>
                      <a:pt x="0" y="0"/>
                    </a:lnTo>
                    <a:lnTo>
                      <a:pt x="0" y="1902619"/>
                    </a:lnTo>
                    <a:lnTo>
                      <a:pt x="88868" y="1902619"/>
                    </a:lnTo>
                    <a:lnTo>
                      <a:pt x="121634" y="1902619"/>
                    </a:lnTo>
                    <a:lnTo>
                      <a:pt x="284893" y="1902619"/>
                    </a:lnTo>
                    <a:lnTo>
                      <a:pt x="323469" y="1902619"/>
                    </a:lnTo>
                    <a:lnTo>
                      <a:pt x="525494" y="1902619"/>
                    </a:lnTo>
                    <a:lnTo>
                      <a:pt x="564071" y="1902619"/>
                    </a:lnTo>
                    <a:lnTo>
                      <a:pt x="668560" y="1902619"/>
                    </a:lnTo>
                    <a:lnTo>
                      <a:pt x="804672" y="1902619"/>
                    </a:lnTo>
                    <a:lnTo>
                      <a:pt x="951262" y="1902619"/>
                    </a:lnTo>
                    <a:lnTo>
                      <a:pt x="1005269" y="1902619"/>
                    </a:lnTo>
                    <a:lnTo>
                      <a:pt x="1342073" y="1902619"/>
                    </a:lnTo>
                    <a:lnTo>
                      <a:pt x="1342073" y="1460087"/>
                    </a:lnTo>
                    <a:lnTo>
                      <a:pt x="1101471" y="146008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grpSp>
            <p:nvGrpSpPr>
              <p:cNvPr id="111" name="Gráfico 97">
                <a:extLst>
                  <a:ext uri="{FF2B5EF4-FFF2-40B4-BE49-F238E27FC236}">
                    <a16:creationId xmlns:a16="http://schemas.microsoft.com/office/drawing/2014/main" id="{4AD02AD7-B1A6-4CC0-AAC0-ED5DBB90483E}"/>
                  </a:ext>
                </a:extLst>
              </p:cNvPr>
              <p:cNvGrpSpPr/>
              <p:nvPr/>
            </p:nvGrpSpPr>
            <p:grpSpPr>
              <a:xfrm>
                <a:off x="6283166" y="2214562"/>
                <a:ext cx="1161338" cy="2429732"/>
                <a:chOff x="6283166" y="2214562"/>
                <a:chExt cx="1161338" cy="2429732"/>
              </a:xfrm>
              <a:grpFill/>
            </p:grpSpPr>
            <p:sp>
              <p:nvSpPr>
                <p:cNvPr id="112" name="Forma libre: forma 111">
                  <a:extLst>
                    <a:ext uri="{FF2B5EF4-FFF2-40B4-BE49-F238E27FC236}">
                      <a16:creationId xmlns:a16="http://schemas.microsoft.com/office/drawing/2014/main" id="{E012B969-5C22-4016-85D9-C4D3E87EAD28}"/>
                    </a:ext>
                  </a:extLst>
                </p:cNvPr>
                <p:cNvSpPr/>
                <p:nvPr/>
              </p:nvSpPr>
              <p:spPr>
                <a:xfrm>
                  <a:off x="6283166" y="3079527"/>
                  <a:ext cx="416718" cy="1564766"/>
                </a:xfrm>
                <a:custGeom>
                  <a:avLst/>
                  <a:gdLst>
                    <a:gd name="connsiteX0" fmla="*/ 276511 w 416718"/>
                    <a:gd name="connsiteY0" fmla="*/ 0 h 1564766"/>
                    <a:gd name="connsiteX1" fmla="*/ 0 w 416718"/>
                    <a:gd name="connsiteY1" fmla="*/ 159829 h 1564766"/>
                    <a:gd name="connsiteX2" fmla="*/ 0 w 416718"/>
                    <a:gd name="connsiteY2" fmla="*/ 1564767 h 1564766"/>
                    <a:gd name="connsiteX3" fmla="*/ 201835 w 416718"/>
                    <a:gd name="connsiteY3" fmla="*/ 1564767 h 1564766"/>
                    <a:gd name="connsiteX4" fmla="*/ 276511 w 416718"/>
                    <a:gd name="connsiteY4" fmla="*/ 1564767 h 1564766"/>
                    <a:gd name="connsiteX5" fmla="*/ 416719 w 416718"/>
                    <a:gd name="connsiteY5" fmla="*/ 1564767 h 1564766"/>
                    <a:gd name="connsiteX6" fmla="*/ 416719 w 416718"/>
                    <a:gd name="connsiteY6" fmla="*/ 547783 h 1564766"/>
                    <a:gd name="connsiteX7" fmla="*/ 276511 w 416718"/>
                    <a:gd name="connsiteY7" fmla="*/ 392144 h 1564766"/>
                    <a:gd name="connsiteX8" fmla="*/ 276511 w 416718"/>
                    <a:gd name="connsiteY8" fmla="*/ 0 h 1564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6718" h="1564766">
                      <a:moveTo>
                        <a:pt x="276511" y="0"/>
                      </a:moveTo>
                      <a:lnTo>
                        <a:pt x="0" y="159829"/>
                      </a:lnTo>
                      <a:lnTo>
                        <a:pt x="0" y="1564767"/>
                      </a:lnTo>
                      <a:lnTo>
                        <a:pt x="201835" y="1564767"/>
                      </a:lnTo>
                      <a:lnTo>
                        <a:pt x="276511" y="1564767"/>
                      </a:lnTo>
                      <a:lnTo>
                        <a:pt x="416719" y="1564767"/>
                      </a:lnTo>
                      <a:lnTo>
                        <a:pt x="416719" y="547783"/>
                      </a:lnTo>
                      <a:lnTo>
                        <a:pt x="276511" y="392144"/>
                      </a:lnTo>
                      <a:lnTo>
                        <a:pt x="276511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ES"/>
                </a:p>
              </p:txBody>
            </p:sp>
            <p:sp>
              <p:nvSpPr>
                <p:cNvPr id="113" name="Forma libre: forma 112">
                  <a:extLst>
                    <a:ext uri="{FF2B5EF4-FFF2-40B4-BE49-F238E27FC236}">
                      <a16:creationId xmlns:a16="http://schemas.microsoft.com/office/drawing/2014/main" id="{BE249B86-0238-44B5-AFB3-594946446096}"/>
                    </a:ext>
                  </a:extLst>
                </p:cNvPr>
                <p:cNvSpPr/>
                <p:nvPr/>
              </p:nvSpPr>
              <p:spPr>
                <a:xfrm>
                  <a:off x="6935965" y="2214562"/>
                  <a:ext cx="508539" cy="2429732"/>
                </a:xfrm>
                <a:custGeom>
                  <a:avLst/>
                  <a:gdLst>
                    <a:gd name="connsiteX0" fmla="*/ 166306 w 508539"/>
                    <a:gd name="connsiteY0" fmla="*/ 0 h 2429732"/>
                    <a:gd name="connsiteX1" fmla="*/ 166306 w 508539"/>
                    <a:gd name="connsiteY1" fmla="*/ 513398 h 2429732"/>
                    <a:gd name="connsiteX2" fmla="*/ 0 w 508539"/>
                    <a:gd name="connsiteY2" fmla="*/ 807625 h 2429732"/>
                    <a:gd name="connsiteX3" fmla="*/ 0 w 508539"/>
                    <a:gd name="connsiteY3" fmla="*/ 2429732 h 2429732"/>
                    <a:gd name="connsiteX4" fmla="*/ 166306 w 508539"/>
                    <a:gd name="connsiteY4" fmla="*/ 2429732 h 2429732"/>
                    <a:gd name="connsiteX5" fmla="*/ 214979 w 508539"/>
                    <a:gd name="connsiteY5" fmla="*/ 2429732 h 2429732"/>
                    <a:gd name="connsiteX6" fmla="*/ 508540 w 508539"/>
                    <a:gd name="connsiteY6" fmla="*/ 2429732 h 2429732"/>
                    <a:gd name="connsiteX7" fmla="*/ 508540 w 508539"/>
                    <a:gd name="connsiteY7" fmla="*/ 373475 h 2429732"/>
                    <a:gd name="connsiteX8" fmla="*/ 166306 w 508539"/>
                    <a:gd name="connsiteY8" fmla="*/ 0 h 24297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08539" h="2429732">
                      <a:moveTo>
                        <a:pt x="166306" y="0"/>
                      </a:moveTo>
                      <a:lnTo>
                        <a:pt x="166306" y="513398"/>
                      </a:lnTo>
                      <a:lnTo>
                        <a:pt x="0" y="807625"/>
                      </a:lnTo>
                      <a:lnTo>
                        <a:pt x="0" y="2429732"/>
                      </a:lnTo>
                      <a:lnTo>
                        <a:pt x="166306" y="2429732"/>
                      </a:lnTo>
                      <a:lnTo>
                        <a:pt x="214979" y="2429732"/>
                      </a:lnTo>
                      <a:lnTo>
                        <a:pt x="508540" y="2429732"/>
                      </a:lnTo>
                      <a:lnTo>
                        <a:pt x="508540" y="373475"/>
                      </a:lnTo>
                      <a:lnTo>
                        <a:pt x="166306" y="0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s-E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616275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249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8219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">
      <a:dk1>
        <a:srgbClr val="011E23"/>
      </a:dk1>
      <a:lt1>
        <a:srgbClr val="F7F7F7"/>
      </a:lt1>
      <a:dk2>
        <a:srgbClr val="011E23"/>
      </a:dk2>
      <a:lt2>
        <a:srgbClr val="FFFFFF"/>
      </a:lt2>
      <a:accent1>
        <a:srgbClr val="1AEDA1"/>
      </a:accent1>
      <a:accent2>
        <a:srgbClr val="93E0E5"/>
      </a:accent2>
      <a:accent3>
        <a:srgbClr val="9592FF"/>
      </a:accent3>
      <a:accent4>
        <a:srgbClr val="E5B5FF"/>
      </a:accent4>
      <a:accent5>
        <a:srgbClr val="CCFFF0"/>
      </a:accent5>
      <a:accent6>
        <a:srgbClr val="66787A"/>
      </a:accent6>
      <a:hlink>
        <a:srgbClr val="738789"/>
      </a:hlink>
      <a:folHlink>
        <a:srgbClr val="1AEDA1"/>
      </a:folHlink>
    </a:clrScheme>
    <a:fontScheme name="Convertia 2024">
      <a:majorFont>
        <a:latin typeface="Switz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-ppt.pptx" id="{5E31BB15-7132-4F41-814B-83D0F81CF7BC}" vid="{1F1B825C-1790-4C05-B5BA-67AC179EA1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71F74339296BB4BADAA41581AF45DF7" ma:contentTypeVersion="13" ma:contentTypeDescription="Crear nuevo documento." ma:contentTypeScope="" ma:versionID="7457c1b99ce867cabf5a784153e6e262">
  <xsd:schema xmlns:xsd="http://www.w3.org/2001/XMLSchema" xmlns:xs="http://www.w3.org/2001/XMLSchema" xmlns:p="http://schemas.microsoft.com/office/2006/metadata/properties" xmlns:ns2="d0060800-d14f-4056-b2bc-2226494b6a09" xmlns:ns3="a31fa908-4493-4568-bb7c-a412fde51126" targetNamespace="http://schemas.microsoft.com/office/2006/metadata/properties" ma:root="true" ma:fieldsID="afc88627f330c81988e9c83c880c195b" ns2:_="" ns3:_="">
    <xsd:import namespace="d0060800-d14f-4056-b2bc-2226494b6a09"/>
    <xsd:import namespace="a31fa908-4493-4568-bb7c-a412fde511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060800-d14f-4056-b2bc-2226494b6a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86194fc6-4d7a-48e7-aa7c-63f2ea2a20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1fa908-4493-4568-bb7c-a412fde5112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01e8f8-b6d2-4ecc-a410-e74fabbeec1a}" ma:internalName="TaxCatchAll" ma:showField="CatchAllData" ma:web="a31fa908-4493-4568-bb7c-a412fde511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060800-d14f-4056-b2bc-2226494b6a09">
      <Terms xmlns="http://schemas.microsoft.com/office/infopath/2007/PartnerControls"/>
    </lcf76f155ced4ddcb4097134ff3c332f>
    <TaxCatchAll xmlns="a31fa908-4493-4568-bb7c-a412fde51126" xsi:nil="true"/>
  </documentManagement>
</p:properties>
</file>

<file path=customXml/itemProps1.xml><?xml version="1.0" encoding="utf-8"?>
<ds:datastoreItem xmlns:ds="http://schemas.openxmlformats.org/officeDocument/2006/customXml" ds:itemID="{B94CE4BB-66CB-4763-A9AD-08004FA3AB43}"/>
</file>

<file path=customXml/itemProps2.xml><?xml version="1.0" encoding="utf-8"?>
<ds:datastoreItem xmlns:ds="http://schemas.openxmlformats.org/officeDocument/2006/customXml" ds:itemID="{2FF5AC09-A922-41AF-884F-D086B439A3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15F227-AC8A-482D-9EB8-7C3A7043CB9D}">
  <ds:schemaRefs>
    <ds:schemaRef ds:uri="28c5c2c5-0389-4ad0-b20c-391af2ccc1f6"/>
    <ds:schemaRef ds:uri="b38bc152-fae1-4cd6-9411-270ca9eb5af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309</TotalTime>
  <Words>2004</Words>
  <Application>Microsoft Office PowerPoint</Application>
  <PresentationFormat>Panorámica</PresentationFormat>
  <Paragraphs>653</Paragraphs>
  <Slides>70</Slides>
  <Notes>6</Notes>
  <HiddenSlides>2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70</vt:i4>
      </vt:variant>
    </vt:vector>
  </HeadingPairs>
  <TitlesOfParts>
    <vt:vector size="80" baseType="lpstr">
      <vt:lpstr>Switzer</vt:lpstr>
      <vt:lpstr>Calibri</vt:lpstr>
      <vt:lpstr>Switzer Light</vt:lpstr>
      <vt:lpstr>Aptos</vt:lpstr>
      <vt:lpstr>Arial</vt:lpstr>
      <vt:lpstr>Switzer Semibold</vt:lpstr>
      <vt:lpstr>Lexend Deca Light</vt:lpstr>
      <vt:lpstr>Switzer Light Italic</vt:lpstr>
      <vt:lpstr>Inter</vt:lpstr>
      <vt:lpstr>Tema de Office</vt:lpstr>
      <vt:lpstr>Presentación de PowerPoint</vt:lpstr>
      <vt:lpstr>Contenido</vt:lpstr>
      <vt:lpstr>01</vt:lpstr>
      <vt:lpstr>Presentación de PowerPoint</vt:lpstr>
      <vt:lpstr>Presentación de PowerPoint</vt:lpstr>
      <vt:lpstr>Presentación de PowerPoint</vt:lpstr>
      <vt:lpstr>01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02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03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04</vt:lpstr>
      <vt:lpstr>Presentación de PowerPoint</vt:lpstr>
      <vt:lpstr>¿Por qué Convertia?</vt:lpstr>
      <vt:lpstr>Estamos cerca de 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05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06</vt:lpstr>
      <vt:lpstr>Presentación de PowerPoint</vt:lpstr>
      <vt:lpstr>Presentación de PowerPoint</vt:lpstr>
      <vt:lpstr>Presentación de PowerPoint</vt:lpstr>
      <vt:lpstr>Presentación de PowerPoint</vt:lpstr>
      <vt:lpstr>07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Alba De La Cruz Tejero</dc:creator>
  <cp:lastModifiedBy>Alba De La Cruz Tejero</cp:lastModifiedBy>
  <cp:revision>23</cp:revision>
  <dcterms:created xsi:type="dcterms:W3CDTF">2024-07-31T09:29:04Z</dcterms:created>
  <dcterms:modified xsi:type="dcterms:W3CDTF">2026-05-22T08:27:21Z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0x010100771F74339296BB4BADAA41581AF45DF7</vt:lpwstr>
  </property>
  <property fmtid="{D5CDD505-2E9C-101B-9397-08002B2CF9AE}" pid="3" name="MediaServiceImageTags">
    <vt:lpwstr/>
  </property>
</Properties>
</file>